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60" r:id="rId6"/>
    <p:sldId id="257" r:id="rId7"/>
    <p:sldId id="258" r:id="rId8"/>
    <p:sldId id="261" r:id="rId9"/>
    <p:sldId id="308" r:id="rId10"/>
    <p:sldId id="309" r:id="rId11"/>
    <p:sldId id="310" r:id="rId12"/>
    <p:sldId id="266" r:id="rId13"/>
    <p:sldId id="311" r:id="rId14"/>
    <p:sldId id="312" r:id="rId15"/>
    <p:sldId id="313" r:id="rId16"/>
    <p:sldId id="263" r:id="rId17"/>
    <p:sldId id="271" r:id="rId18"/>
  </p:sldIdLst>
  <p:sldSz cx="9144000" cy="5143500" type="screen16x9"/>
  <p:notesSz cx="6858000" cy="9144000"/>
  <p:embeddedFontLst>
    <p:embeddedFont>
      <p:font typeface="Anton"/>
      <p:regular r:id="rId22"/>
    </p:embeddedFont>
    <p:embeddedFont>
      <p:font typeface="Catamaran"/>
      <p:regular r:id="rId23"/>
    </p:embeddedFont>
    <p:embeddedFont>
      <p:font typeface="Bebas Neue" panose="020B0606020202050201"/>
      <p:regular r:id="rId24"/>
    </p:embeddedFont>
    <p:embeddedFont>
      <p:font typeface="Arial Black" panose="020B0A04020102020204" pitchFamily="34" charset="0"/>
      <p:bold r:id="rId25"/>
    </p:embeddedFont>
    <p:embeddedFont>
      <p:font typeface="Andalus" panose="02020603050405020304" pitchFamily="18" charset="-78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BE336D7-F27A-4562-BB4E-443B5CC8B01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72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d1bf8d60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d1bf8d60a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d1bf8d60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d1bf8d60a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1bf8d60a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d1bf8d60a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d1bf8d60a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d1bf8d60a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de1b5658b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de1b5658b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d1bf8d60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d1bf8d60a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0f41e19245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0f41e19245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" name="Google Shape;10;p2"/>
          <p:cNvGrpSpPr/>
          <p:nvPr/>
        </p:nvGrpSpPr>
        <p:grpSpPr>
          <a:xfrm rot="10800000" flipH="1">
            <a:off x="945475" y="3635250"/>
            <a:ext cx="2699775" cy="2633450"/>
            <a:chOff x="661125" y="2751225"/>
            <a:chExt cx="2699775" cy="2633450"/>
          </a:xfrm>
        </p:grpSpPr>
        <p:sp>
          <p:nvSpPr>
            <p:cNvPr id="11" name="Google Shape;11;p2"/>
            <p:cNvSpPr/>
            <p:nvPr/>
          </p:nvSpPr>
          <p:spPr>
            <a:xfrm>
              <a:off x="661125" y="2918175"/>
              <a:ext cx="78450" cy="888175"/>
            </a:xfrm>
            <a:custGeom>
              <a:avLst/>
              <a:gdLst/>
              <a:ahLst/>
              <a:cxnLst/>
              <a:rect l="l" t="t" r="r" b="b"/>
              <a:pathLst>
                <a:path w="3138" h="35527" extrusionOk="0">
                  <a:moveTo>
                    <a:pt x="1429" y="32996"/>
                  </a:moveTo>
                  <a:cubicBezTo>
                    <a:pt x="912" y="33169"/>
                    <a:pt x="534" y="33653"/>
                    <a:pt x="534" y="34228"/>
                  </a:cubicBezTo>
                  <a:cubicBezTo>
                    <a:pt x="534" y="34943"/>
                    <a:pt x="1117" y="35526"/>
                    <a:pt x="1840" y="35526"/>
                  </a:cubicBezTo>
                  <a:cubicBezTo>
                    <a:pt x="2555" y="35526"/>
                    <a:pt x="3138" y="34943"/>
                    <a:pt x="3138" y="34228"/>
                  </a:cubicBezTo>
                  <a:cubicBezTo>
                    <a:pt x="3138" y="33653"/>
                    <a:pt x="2768" y="33169"/>
                    <a:pt x="2243" y="32996"/>
                  </a:cubicBezTo>
                  <a:lnTo>
                    <a:pt x="2243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1429" y="822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366975" y="2751225"/>
              <a:ext cx="245625" cy="1823950"/>
            </a:xfrm>
            <a:custGeom>
              <a:avLst/>
              <a:gdLst/>
              <a:ahLst/>
              <a:cxnLst/>
              <a:rect l="l" t="t" r="r" b="b"/>
              <a:pathLst>
                <a:path w="9825" h="72958" extrusionOk="0">
                  <a:moveTo>
                    <a:pt x="822" y="0"/>
                  </a:moveTo>
                  <a:lnTo>
                    <a:pt x="1" y="0"/>
                  </a:lnTo>
                  <a:lnTo>
                    <a:pt x="1" y="13118"/>
                  </a:lnTo>
                  <a:lnTo>
                    <a:pt x="9003" y="22121"/>
                  </a:lnTo>
                  <a:lnTo>
                    <a:pt x="9003" y="49055"/>
                  </a:lnTo>
                  <a:lnTo>
                    <a:pt x="1627" y="56431"/>
                  </a:lnTo>
                  <a:lnTo>
                    <a:pt x="1627" y="70403"/>
                  </a:lnTo>
                  <a:cubicBezTo>
                    <a:pt x="1085" y="70559"/>
                    <a:pt x="682" y="71052"/>
                    <a:pt x="682" y="71652"/>
                  </a:cubicBezTo>
                  <a:cubicBezTo>
                    <a:pt x="682" y="72366"/>
                    <a:pt x="1266" y="72958"/>
                    <a:pt x="1988" y="72958"/>
                  </a:cubicBezTo>
                  <a:cubicBezTo>
                    <a:pt x="2711" y="72958"/>
                    <a:pt x="3294" y="72366"/>
                    <a:pt x="3294" y="71652"/>
                  </a:cubicBezTo>
                  <a:cubicBezTo>
                    <a:pt x="3294" y="71093"/>
                    <a:pt x="2941" y="70617"/>
                    <a:pt x="2440" y="70436"/>
                  </a:cubicBezTo>
                  <a:lnTo>
                    <a:pt x="2440" y="56768"/>
                  </a:lnTo>
                  <a:lnTo>
                    <a:pt x="9825" y="49392"/>
                  </a:lnTo>
                  <a:lnTo>
                    <a:pt x="9825" y="21784"/>
                  </a:lnTo>
                  <a:lnTo>
                    <a:pt x="822" y="12781"/>
                  </a:lnTo>
                  <a:lnTo>
                    <a:pt x="82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924300" y="2751225"/>
              <a:ext cx="264325" cy="2033625"/>
            </a:xfrm>
            <a:custGeom>
              <a:avLst/>
              <a:gdLst/>
              <a:ahLst/>
              <a:cxnLst/>
              <a:rect l="l" t="t" r="r" b="b"/>
              <a:pathLst>
                <a:path w="10573" h="81345" extrusionOk="0">
                  <a:moveTo>
                    <a:pt x="9751" y="23591"/>
                  </a:moveTo>
                  <a:lnTo>
                    <a:pt x="896" y="23591"/>
                  </a:lnTo>
                  <a:lnTo>
                    <a:pt x="896" y="78806"/>
                  </a:lnTo>
                  <a:cubicBezTo>
                    <a:pt x="370" y="78979"/>
                    <a:pt x="1" y="79463"/>
                    <a:pt x="1" y="80038"/>
                  </a:cubicBezTo>
                  <a:cubicBezTo>
                    <a:pt x="1" y="80753"/>
                    <a:pt x="584" y="81344"/>
                    <a:pt x="1298" y="81344"/>
                  </a:cubicBezTo>
                  <a:cubicBezTo>
                    <a:pt x="2021" y="81344"/>
                    <a:pt x="2605" y="80753"/>
                    <a:pt x="2605" y="80038"/>
                  </a:cubicBezTo>
                  <a:cubicBezTo>
                    <a:pt x="2605" y="79463"/>
                    <a:pt x="2227" y="78979"/>
                    <a:pt x="1709" y="78806"/>
                  </a:cubicBezTo>
                  <a:lnTo>
                    <a:pt x="1709" y="24404"/>
                  </a:lnTo>
                  <a:lnTo>
                    <a:pt x="10572" y="24404"/>
                  </a:lnTo>
                  <a:lnTo>
                    <a:pt x="10572" y="0"/>
                  </a:lnTo>
                  <a:lnTo>
                    <a:pt x="975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1125" y="4193000"/>
              <a:ext cx="136575" cy="1191675"/>
            </a:xfrm>
            <a:custGeom>
              <a:avLst/>
              <a:gdLst/>
              <a:ahLst/>
              <a:cxnLst/>
              <a:rect l="l" t="t" r="r" b="b"/>
              <a:pathLst>
                <a:path w="5463" h="47667" extrusionOk="0">
                  <a:moveTo>
                    <a:pt x="4567" y="45129"/>
                  </a:moveTo>
                  <a:lnTo>
                    <a:pt x="4567" y="0"/>
                  </a:lnTo>
                  <a:lnTo>
                    <a:pt x="0" y="0"/>
                  </a:lnTo>
                  <a:lnTo>
                    <a:pt x="0" y="822"/>
                  </a:lnTo>
                  <a:lnTo>
                    <a:pt x="3746" y="822"/>
                  </a:lnTo>
                  <a:lnTo>
                    <a:pt x="3746" y="45129"/>
                  </a:lnTo>
                  <a:cubicBezTo>
                    <a:pt x="3228" y="45301"/>
                    <a:pt x="2850" y="45786"/>
                    <a:pt x="2850" y="46361"/>
                  </a:cubicBezTo>
                  <a:cubicBezTo>
                    <a:pt x="2850" y="47084"/>
                    <a:pt x="3434" y="47667"/>
                    <a:pt x="4157" y="47667"/>
                  </a:cubicBezTo>
                  <a:cubicBezTo>
                    <a:pt x="4879" y="47667"/>
                    <a:pt x="5463" y="47084"/>
                    <a:pt x="5463" y="46361"/>
                  </a:cubicBezTo>
                  <a:cubicBezTo>
                    <a:pt x="5463" y="45786"/>
                    <a:pt x="5085" y="45301"/>
                    <a:pt x="4567" y="4512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61125" y="4097725"/>
              <a:ext cx="210700" cy="779125"/>
            </a:xfrm>
            <a:custGeom>
              <a:avLst/>
              <a:gdLst/>
              <a:ahLst/>
              <a:cxnLst/>
              <a:rect l="l" t="t" r="r" b="b"/>
              <a:pathLst>
                <a:path w="8428" h="31165" extrusionOk="0">
                  <a:moveTo>
                    <a:pt x="7532" y="28626"/>
                  </a:moveTo>
                  <a:lnTo>
                    <a:pt x="7532" y="0"/>
                  </a:lnTo>
                  <a:lnTo>
                    <a:pt x="0" y="0"/>
                  </a:lnTo>
                  <a:lnTo>
                    <a:pt x="0" y="813"/>
                  </a:lnTo>
                  <a:lnTo>
                    <a:pt x="6711" y="813"/>
                  </a:lnTo>
                  <a:lnTo>
                    <a:pt x="6711" y="28626"/>
                  </a:lnTo>
                  <a:cubicBezTo>
                    <a:pt x="6194" y="28799"/>
                    <a:pt x="5816" y="29283"/>
                    <a:pt x="5816" y="29858"/>
                  </a:cubicBezTo>
                  <a:cubicBezTo>
                    <a:pt x="5816" y="30581"/>
                    <a:pt x="6399" y="31164"/>
                    <a:pt x="7122" y="31164"/>
                  </a:cubicBezTo>
                  <a:cubicBezTo>
                    <a:pt x="7845" y="31164"/>
                    <a:pt x="8428" y="30581"/>
                    <a:pt x="8428" y="29858"/>
                  </a:cubicBezTo>
                  <a:cubicBezTo>
                    <a:pt x="8428" y="29283"/>
                    <a:pt x="8050" y="28799"/>
                    <a:pt x="7532" y="2862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61125" y="3995450"/>
              <a:ext cx="293250" cy="1116525"/>
            </a:xfrm>
            <a:custGeom>
              <a:avLst/>
              <a:gdLst/>
              <a:ahLst/>
              <a:cxnLst/>
              <a:rect l="l" t="t" r="r" b="b"/>
              <a:pathLst>
                <a:path w="11730" h="44661" extrusionOk="0">
                  <a:moveTo>
                    <a:pt x="10835" y="42122"/>
                  </a:moveTo>
                  <a:lnTo>
                    <a:pt x="10835" y="0"/>
                  </a:lnTo>
                  <a:lnTo>
                    <a:pt x="0" y="0"/>
                  </a:lnTo>
                  <a:lnTo>
                    <a:pt x="0" y="814"/>
                  </a:lnTo>
                  <a:lnTo>
                    <a:pt x="10021" y="814"/>
                  </a:lnTo>
                  <a:lnTo>
                    <a:pt x="10021" y="42122"/>
                  </a:lnTo>
                  <a:cubicBezTo>
                    <a:pt x="9496" y="42295"/>
                    <a:pt x="9126" y="42780"/>
                    <a:pt x="9126" y="43355"/>
                  </a:cubicBezTo>
                  <a:cubicBezTo>
                    <a:pt x="9126" y="44077"/>
                    <a:pt x="9709" y="44661"/>
                    <a:pt x="10424" y="44661"/>
                  </a:cubicBezTo>
                  <a:cubicBezTo>
                    <a:pt x="11147" y="44661"/>
                    <a:pt x="11730" y="44077"/>
                    <a:pt x="11730" y="43355"/>
                  </a:cubicBezTo>
                  <a:cubicBezTo>
                    <a:pt x="11730" y="42780"/>
                    <a:pt x="11352" y="42295"/>
                    <a:pt x="10835" y="4212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61125" y="3906725"/>
              <a:ext cx="388750" cy="833775"/>
            </a:xfrm>
            <a:custGeom>
              <a:avLst/>
              <a:gdLst/>
              <a:ahLst/>
              <a:cxnLst/>
              <a:rect l="l" t="t" r="r" b="b"/>
              <a:pathLst>
                <a:path w="15550" h="33351" extrusionOk="0">
                  <a:moveTo>
                    <a:pt x="14654" y="30812"/>
                  </a:moveTo>
                  <a:lnTo>
                    <a:pt x="14654" y="1"/>
                  </a:lnTo>
                  <a:lnTo>
                    <a:pt x="0" y="1"/>
                  </a:lnTo>
                  <a:lnTo>
                    <a:pt x="0" y="822"/>
                  </a:lnTo>
                  <a:lnTo>
                    <a:pt x="13833" y="822"/>
                  </a:lnTo>
                  <a:lnTo>
                    <a:pt x="13833" y="30812"/>
                  </a:lnTo>
                  <a:cubicBezTo>
                    <a:pt x="13315" y="30985"/>
                    <a:pt x="12946" y="31469"/>
                    <a:pt x="12946" y="32044"/>
                  </a:cubicBezTo>
                  <a:cubicBezTo>
                    <a:pt x="12946" y="32767"/>
                    <a:pt x="13529" y="33350"/>
                    <a:pt x="14243" y="33350"/>
                  </a:cubicBezTo>
                  <a:cubicBezTo>
                    <a:pt x="14966" y="33350"/>
                    <a:pt x="15549" y="32767"/>
                    <a:pt x="15549" y="32044"/>
                  </a:cubicBezTo>
                  <a:cubicBezTo>
                    <a:pt x="15549" y="31469"/>
                    <a:pt x="15172" y="30985"/>
                    <a:pt x="14654" y="3081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61125" y="2832325"/>
              <a:ext cx="487100" cy="2112700"/>
            </a:xfrm>
            <a:custGeom>
              <a:avLst/>
              <a:gdLst/>
              <a:ahLst/>
              <a:cxnLst/>
              <a:rect l="l" t="t" r="r" b="b"/>
              <a:pathLst>
                <a:path w="19484" h="84508" extrusionOk="0">
                  <a:moveTo>
                    <a:pt x="18589" y="81969"/>
                  </a:moveTo>
                  <a:lnTo>
                    <a:pt x="18589" y="39724"/>
                  </a:lnTo>
                  <a:lnTo>
                    <a:pt x="5191" y="39724"/>
                  </a:lnTo>
                  <a:lnTo>
                    <a:pt x="5191" y="1"/>
                  </a:lnTo>
                  <a:lnTo>
                    <a:pt x="0" y="1"/>
                  </a:lnTo>
                  <a:lnTo>
                    <a:pt x="0" y="814"/>
                  </a:lnTo>
                  <a:lnTo>
                    <a:pt x="4370" y="814"/>
                  </a:lnTo>
                  <a:lnTo>
                    <a:pt x="4370" y="40546"/>
                  </a:lnTo>
                  <a:lnTo>
                    <a:pt x="17767" y="40546"/>
                  </a:lnTo>
                  <a:lnTo>
                    <a:pt x="17767" y="81969"/>
                  </a:lnTo>
                  <a:cubicBezTo>
                    <a:pt x="17250" y="82142"/>
                    <a:pt x="16872" y="82626"/>
                    <a:pt x="16872" y="83201"/>
                  </a:cubicBezTo>
                  <a:cubicBezTo>
                    <a:pt x="16872" y="83924"/>
                    <a:pt x="17463" y="84507"/>
                    <a:pt x="18178" y="84507"/>
                  </a:cubicBezTo>
                  <a:cubicBezTo>
                    <a:pt x="18901" y="84507"/>
                    <a:pt x="19484" y="83924"/>
                    <a:pt x="19484" y="83201"/>
                  </a:cubicBezTo>
                  <a:cubicBezTo>
                    <a:pt x="19484" y="82626"/>
                    <a:pt x="19106" y="82142"/>
                    <a:pt x="18589" y="81969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61750" y="2751225"/>
              <a:ext cx="410725" cy="2406750"/>
            </a:xfrm>
            <a:custGeom>
              <a:avLst/>
              <a:gdLst/>
              <a:ahLst/>
              <a:cxnLst/>
              <a:rect l="l" t="t" r="r" b="b"/>
              <a:pathLst>
                <a:path w="16429" h="96270" extrusionOk="0">
                  <a:moveTo>
                    <a:pt x="15533" y="93731"/>
                  </a:moveTo>
                  <a:lnTo>
                    <a:pt x="15533" y="38730"/>
                  </a:lnTo>
                  <a:lnTo>
                    <a:pt x="822" y="38730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9543"/>
                  </a:lnTo>
                  <a:lnTo>
                    <a:pt x="14720" y="39543"/>
                  </a:lnTo>
                  <a:lnTo>
                    <a:pt x="14720" y="93731"/>
                  </a:lnTo>
                  <a:cubicBezTo>
                    <a:pt x="14202" y="93904"/>
                    <a:pt x="13825" y="94388"/>
                    <a:pt x="13825" y="94963"/>
                  </a:cubicBezTo>
                  <a:cubicBezTo>
                    <a:pt x="13825" y="95686"/>
                    <a:pt x="14408" y="96270"/>
                    <a:pt x="15131" y="96270"/>
                  </a:cubicBezTo>
                  <a:cubicBezTo>
                    <a:pt x="15845" y="96270"/>
                    <a:pt x="16429" y="95686"/>
                    <a:pt x="16429" y="94963"/>
                  </a:cubicBezTo>
                  <a:cubicBezTo>
                    <a:pt x="16429" y="94388"/>
                    <a:pt x="16051" y="93904"/>
                    <a:pt x="15533" y="9373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949025" y="2751225"/>
              <a:ext cx="421200" cy="1823950"/>
            </a:xfrm>
            <a:custGeom>
              <a:avLst/>
              <a:gdLst/>
              <a:ahLst/>
              <a:cxnLst/>
              <a:rect l="l" t="t" r="r" b="b"/>
              <a:pathLst>
                <a:path w="16848" h="72958" extrusionOk="0">
                  <a:moveTo>
                    <a:pt x="15952" y="70420"/>
                  </a:moveTo>
                  <a:lnTo>
                    <a:pt x="15952" y="33924"/>
                  </a:lnTo>
                  <a:lnTo>
                    <a:pt x="822" y="33924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4738"/>
                  </a:lnTo>
                  <a:lnTo>
                    <a:pt x="15139" y="34738"/>
                  </a:lnTo>
                  <a:lnTo>
                    <a:pt x="15139" y="70420"/>
                  </a:lnTo>
                  <a:cubicBezTo>
                    <a:pt x="14621" y="70592"/>
                    <a:pt x="14244" y="71077"/>
                    <a:pt x="14244" y="71652"/>
                  </a:cubicBezTo>
                  <a:cubicBezTo>
                    <a:pt x="14244" y="72375"/>
                    <a:pt x="14827" y="72958"/>
                    <a:pt x="15550" y="72958"/>
                  </a:cubicBezTo>
                  <a:cubicBezTo>
                    <a:pt x="16264" y="72958"/>
                    <a:pt x="16847" y="72375"/>
                    <a:pt x="16847" y="71652"/>
                  </a:cubicBezTo>
                  <a:cubicBezTo>
                    <a:pt x="16847" y="71077"/>
                    <a:pt x="16470" y="70592"/>
                    <a:pt x="15952" y="7042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249050" y="2751225"/>
              <a:ext cx="264500" cy="561050"/>
            </a:xfrm>
            <a:custGeom>
              <a:avLst/>
              <a:gdLst/>
              <a:ahLst/>
              <a:cxnLst/>
              <a:rect l="l" t="t" r="r" b="b"/>
              <a:pathLst>
                <a:path w="10580" h="22442" extrusionOk="0">
                  <a:moveTo>
                    <a:pt x="9274" y="22441"/>
                  </a:moveTo>
                  <a:cubicBezTo>
                    <a:pt x="9997" y="22441"/>
                    <a:pt x="10580" y="21850"/>
                    <a:pt x="10580" y="21135"/>
                  </a:cubicBezTo>
                  <a:cubicBezTo>
                    <a:pt x="10580" y="20412"/>
                    <a:pt x="9997" y="19829"/>
                    <a:pt x="9274" y="19829"/>
                  </a:cubicBezTo>
                  <a:cubicBezTo>
                    <a:pt x="8600" y="19829"/>
                    <a:pt x="8050" y="20338"/>
                    <a:pt x="7984" y="20995"/>
                  </a:cubicBezTo>
                  <a:lnTo>
                    <a:pt x="822" y="20995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21817"/>
                  </a:lnTo>
                  <a:lnTo>
                    <a:pt x="8165" y="21817"/>
                  </a:lnTo>
                  <a:cubicBezTo>
                    <a:pt x="8395" y="22187"/>
                    <a:pt x="8806" y="22433"/>
                    <a:pt x="9274" y="224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966325" y="2751225"/>
              <a:ext cx="65325" cy="499650"/>
            </a:xfrm>
            <a:custGeom>
              <a:avLst/>
              <a:gdLst/>
              <a:ahLst/>
              <a:cxnLst/>
              <a:rect l="l" t="t" r="r" b="b"/>
              <a:pathLst>
                <a:path w="2613" h="19986" extrusionOk="0">
                  <a:moveTo>
                    <a:pt x="1718" y="17447"/>
                  </a:moveTo>
                  <a:lnTo>
                    <a:pt x="1718" y="0"/>
                  </a:lnTo>
                  <a:lnTo>
                    <a:pt x="896" y="0"/>
                  </a:lnTo>
                  <a:lnTo>
                    <a:pt x="896" y="17447"/>
                  </a:lnTo>
                  <a:cubicBezTo>
                    <a:pt x="379" y="17619"/>
                    <a:pt x="1" y="18104"/>
                    <a:pt x="1" y="18679"/>
                  </a:cubicBezTo>
                  <a:cubicBezTo>
                    <a:pt x="1" y="19402"/>
                    <a:pt x="584" y="19985"/>
                    <a:pt x="1307" y="19985"/>
                  </a:cubicBezTo>
                  <a:cubicBezTo>
                    <a:pt x="2030" y="19985"/>
                    <a:pt x="2613" y="19402"/>
                    <a:pt x="2613" y="18679"/>
                  </a:cubicBezTo>
                  <a:cubicBezTo>
                    <a:pt x="2613" y="18104"/>
                    <a:pt x="2235" y="17619"/>
                    <a:pt x="1718" y="1744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491225" y="2751225"/>
              <a:ext cx="370275" cy="226925"/>
            </a:xfrm>
            <a:custGeom>
              <a:avLst/>
              <a:gdLst/>
              <a:ahLst/>
              <a:cxnLst/>
              <a:rect l="l" t="t" r="r" b="b"/>
              <a:pathLst>
                <a:path w="14811" h="9077" extrusionOk="0">
                  <a:moveTo>
                    <a:pt x="1306" y="9077"/>
                  </a:moveTo>
                  <a:cubicBezTo>
                    <a:pt x="1881" y="9077"/>
                    <a:pt x="2366" y="8699"/>
                    <a:pt x="2538" y="8181"/>
                  </a:cubicBezTo>
                  <a:lnTo>
                    <a:pt x="14810" y="8181"/>
                  </a:lnTo>
                  <a:lnTo>
                    <a:pt x="14810" y="0"/>
                  </a:lnTo>
                  <a:lnTo>
                    <a:pt x="13989" y="0"/>
                  </a:lnTo>
                  <a:lnTo>
                    <a:pt x="13989" y="7360"/>
                  </a:lnTo>
                  <a:lnTo>
                    <a:pt x="2538" y="7360"/>
                  </a:lnTo>
                  <a:cubicBezTo>
                    <a:pt x="2366" y="6843"/>
                    <a:pt x="1881" y="6465"/>
                    <a:pt x="1306" y="6465"/>
                  </a:cubicBezTo>
                  <a:cubicBezTo>
                    <a:pt x="592" y="6465"/>
                    <a:pt x="0" y="7048"/>
                    <a:pt x="0" y="7771"/>
                  </a:cubicBezTo>
                  <a:cubicBezTo>
                    <a:pt x="0" y="8494"/>
                    <a:pt x="583" y="9077"/>
                    <a:pt x="1306" y="9077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491225" y="2751225"/>
              <a:ext cx="298600" cy="123850"/>
            </a:xfrm>
            <a:custGeom>
              <a:avLst/>
              <a:gdLst/>
              <a:ahLst/>
              <a:cxnLst/>
              <a:rect l="l" t="t" r="r" b="b"/>
              <a:pathLst>
                <a:path w="11944" h="4954" extrusionOk="0">
                  <a:moveTo>
                    <a:pt x="1306" y="4953"/>
                  </a:moveTo>
                  <a:cubicBezTo>
                    <a:pt x="1881" y="4953"/>
                    <a:pt x="2366" y="4584"/>
                    <a:pt x="2538" y="4058"/>
                  </a:cubicBezTo>
                  <a:lnTo>
                    <a:pt x="11943" y="4058"/>
                  </a:lnTo>
                  <a:lnTo>
                    <a:pt x="11943" y="0"/>
                  </a:lnTo>
                  <a:lnTo>
                    <a:pt x="11122" y="0"/>
                  </a:lnTo>
                  <a:lnTo>
                    <a:pt x="11122" y="3245"/>
                  </a:lnTo>
                  <a:lnTo>
                    <a:pt x="2538" y="3245"/>
                  </a:lnTo>
                  <a:cubicBezTo>
                    <a:pt x="2366" y="2727"/>
                    <a:pt x="1881" y="2349"/>
                    <a:pt x="1306" y="2349"/>
                  </a:cubicBezTo>
                  <a:cubicBezTo>
                    <a:pt x="592" y="2349"/>
                    <a:pt x="0" y="2933"/>
                    <a:pt x="0" y="3655"/>
                  </a:cubicBezTo>
                  <a:cubicBezTo>
                    <a:pt x="0" y="4370"/>
                    <a:pt x="583" y="4953"/>
                    <a:pt x="1306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328100" y="2751225"/>
              <a:ext cx="333525" cy="123850"/>
            </a:xfrm>
            <a:custGeom>
              <a:avLst/>
              <a:gdLst/>
              <a:ahLst/>
              <a:cxnLst/>
              <a:rect l="l" t="t" r="r" b="b"/>
              <a:pathLst>
                <a:path w="13341" h="4954" extrusionOk="0">
                  <a:moveTo>
                    <a:pt x="1307" y="4953"/>
                  </a:moveTo>
                  <a:cubicBezTo>
                    <a:pt x="1882" y="4953"/>
                    <a:pt x="2366" y="4584"/>
                    <a:pt x="2539" y="4058"/>
                  </a:cubicBezTo>
                  <a:lnTo>
                    <a:pt x="13340" y="4058"/>
                  </a:lnTo>
                  <a:lnTo>
                    <a:pt x="13340" y="0"/>
                  </a:lnTo>
                  <a:lnTo>
                    <a:pt x="12519" y="0"/>
                  </a:lnTo>
                  <a:lnTo>
                    <a:pt x="12519" y="3245"/>
                  </a:lnTo>
                  <a:lnTo>
                    <a:pt x="2539" y="3245"/>
                  </a:lnTo>
                  <a:cubicBezTo>
                    <a:pt x="2366" y="2727"/>
                    <a:pt x="1882" y="2349"/>
                    <a:pt x="1307" y="2349"/>
                  </a:cubicBezTo>
                  <a:cubicBezTo>
                    <a:pt x="584" y="2349"/>
                    <a:pt x="1" y="2933"/>
                    <a:pt x="1" y="3655"/>
                  </a:cubicBezTo>
                  <a:cubicBezTo>
                    <a:pt x="1" y="4370"/>
                    <a:pt x="584" y="4953"/>
                    <a:pt x="1307" y="495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045750" y="2751225"/>
              <a:ext cx="421600" cy="1989275"/>
            </a:xfrm>
            <a:custGeom>
              <a:avLst/>
              <a:gdLst/>
              <a:ahLst/>
              <a:cxnLst/>
              <a:rect l="l" t="t" r="r" b="b"/>
              <a:pathLst>
                <a:path w="16864" h="79571" extrusionOk="0">
                  <a:moveTo>
                    <a:pt x="15968" y="77032"/>
                  </a:moveTo>
                  <a:lnTo>
                    <a:pt x="15968" y="29628"/>
                  </a:lnTo>
                  <a:lnTo>
                    <a:pt x="822" y="29628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30442"/>
                  </a:lnTo>
                  <a:lnTo>
                    <a:pt x="15155" y="30442"/>
                  </a:lnTo>
                  <a:lnTo>
                    <a:pt x="15155" y="77032"/>
                  </a:lnTo>
                  <a:cubicBezTo>
                    <a:pt x="14638" y="77205"/>
                    <a:pt x="14260" y="77689"/>
                    <a:pt x="14260" y="78264"/>
                  </a:cubicBezTo>
                  <a:cubicBezTo>
                    <a:pt x="14260" y="78987"/>
                    <a:pt x="14843" y="79570"/>
                    <a:pt x="15566" y="79570"/>
                  </a:cubicBezTo>
                  <a:cubicBezTo>
                    <a:pt x="16280" y="79570"/>
                    <a:pt x="16864" y="78987"/>
                    <a:pt x="16864" y="78264"/>
                  </a:cubicBezTo>
                  <a:cubicBezTo>
                    <a:pt x="16864" y="77689"/>
                    <a:pt x="16486" y="77205"/>
                    <a:pt x="15977" y="7703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8675" y="2751225"/>
              <a:ext cx="426350" cy="2248225"/>
            </a:xfrm>
            <a:custGeom>
              <a:avLst/>
              <a:gdLst/>
              <a:ahLst/>
              <a:cxnLst/>
              <a:rect l="l" t="t" r="r" b="b"/>
              <a:pathLst>
                <a:path w="17054" h="89929" extrusionOk="0">
                  <a:moveTo>
                    <a:pt x="16158" y="87398"/>
                  </a:moveTo>
                  <a:lnTo>
                    <a:pt x="16158" y="25226"/>
                  </a:lnTo>
                  <a:lnTo>
                    <a:pt x="822" y="25226"/>
                  </a:lnTo>
                  <a:lnTo>
                    <a:pt x="822" y="0"/>
                  </a:lnTo>
                  <a:lnTo>
                    <a:pt x="1" y="0"/>
                  </a:lnTo>
                  <a:lnTo>
                    <a:pt x="1" y="26039"/>
                  </a:lnTo>
                  <a:lnTo>
                    <a:pt x="15345" y="26039"/>
                  </a:lnTo>
                  <a:lnTo>
                    <a:pt x="15345" y="87398"/>
                  </a:lnTo>
                  <a:cubicBezTo>
                    <a:pt x="14819" y="87571"/>
                    <a:pt x="14449" y="88047"/>
                    <a:pt x="14449" y="88630"/>
                  </a:cubicBezTo>
                  <a:cubicBezTo>
                    <a:pt x="14449" y="89345"/>
                    <a:pt x="15033" y="89928"/>
                    <a:pt x="15747" y="89928"/>
                  </a:cubicBezTo>
                  <a:cubicBezTo>
                    <a:pt x="16470" y="89928"/>
                    <a:pt x="17053" y="89345"/>
                    <a:pt x="17053" y="88630"/>
                  </a:cubicBezTo>
                  <a:cubicBezTo>
                    <a:pt x="17053" y="88047"/>
                    <a:pt x="16676" y="87571"/>
                    <a:pt x="16158" y="873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353975" y="2751225"/>
              <a:ext cx="389575" cy="1484725"/>
            </a:xfrm>
            <a:custGeom>
              <a:avLst/>
              <a:gdLst/>
              <a:ahLst/>
              <a:cxnLst/>
              <a:rect l="l" t="t" r="r" b="b"/>
              <a:pathLst>
                <a:path w="15583" h="59389" extrusionOk="0">
                  <a:moveTo>
                    <a:pt x="14671" y="56850"/>
                  </a:moveTo>
                  <a:lnTo>
                    <a:pt x="14671" y="26022"/>
                  </a:lnTo>
                  <a:lnTo>
                    <a:pt x="822" y="12174"/>
                  </a:lnTo>
                  <a:lnTo>
                    <a:pt x="822" y="7713"/>
                  </a:lnTo>
                  <a:lnTo>
                    <a:pt x="15229" y="7713"/>
                  </a:lnTo>
                  <a:lnTo>
                    <a:pt x="15229" y="0"/>
                  </a:lnTo>
                  <a:lnTo>
                    <a:pt x="14408" y="0"/>
                  </a:lnTo>
                  <a:lnTo>
                    <a:pt x="14408" y="6892"/>
                  </a:lnTo>
                  <a:lnTo>
                    <a:pt x="1" y="6892"/>
                  </a:lnTo>
                  <a:lnTo>
                    <a:pt x="1" y="12510"/>
                  </a:lnTo>
                  <a:lnTo>
                    <a:pt x="13849" y="26359"/>
                  </a:lnTo>
                  <a:lnTo>
                    <a:pt x="13849" y="56858"/>
                  </a:lnTo>
                  <a:cubicBezTo>
                    <a:pt x="13340" y="57031"/>
                    <a:pt x="12979" y="57515"/>
                    <a:pt x="12979" y="58082"/>
                  </a:cubicBezTo>
                  <a:cubicBezTo>
                    <a:pt x="12979" y="58805"/>
                    <a:pt x="13554" y="59388"/>
                    <a:pt x="14277" y="59388"/>
                  </a:cubicBezTo>
                  <a:cubicBezTo>
                    <a:pt x="14999" y="59388"/>
                    <a:pt x="15583" y="58805"/>
                    <a:pt x="15583" y="58082"/>
                  </a:cubicBezTo>
                  <a:cubicBezTo>
                    <a:pt x="15583" y="57499"/>
                    <a:pt x="15197" y="57014"/>
                    <a:pt x="14671" y="5685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502025" y="2751225"/>
              <a:ext cx="382600" cy="1870775"/>
            </a:xfrm>
            <a:custGeom>
              <a:avLst/>
              <a:gdLst/>
              <a:ahLst/>
              <a:cxnLst/>
              <a:rect l="l" t="t" r="r" b="b"/>
              <a:pathLst>
                <a:path w="15304" h="74831" extrusionOk="0">
                  <a:moveTo>
                    <a:pt x="14408" y="72293"/>
                  </a:moveTo>
                  <a:lnTo>
                    <a:pt x="14408" y="24971"/>
                  </a:lnTo>
                  <a:lnTo>
                    <a:pt x="1980" y="12543"/>
                  </a:lnTo>
                  <a:lnTo>
                    <a:pt x="12856" y="12543"/>
                  </a:lnTo>
                  <a:lnTo>
                    <a:pt x="12856" y="0"/>
                  </a:lnTo>
                  <a:lnTo>
                    <a:pt x="12035" y="0"/>
                  </a:lnTo>
                  <a:lnTo>
                    <a:pt x="12035" y="11730"/>
                  </a:lnTo>
                  <a:lnTo>
                    <a:pt x="1" y="11730"/>
                  </a:lnTo>
                  <a:lnTo>
                    <a:pt x="13587" y="25308"/>
                  </a:lnTo>
                  <a:lnTo>
                    <a:pt x="13587" y="72293"/>
                  </a:lnTo>
                  <a:cubicBezTo>
                    <a:pt x="13069" y="72465"/>
                    <a:pt x="12692" y="72950"/>
                    <a:pt x="12692" y="73525"/>
                  </a:cubicBezTo>
                  <a:cubicBezTo>
                    <a:pt x="12692" y="74247"/>
                    <a:pt x="13283" y="74831"/>
                    <a:pt x="13998" y="74831"/>
                  </a:cubicBezTo>
                  <a:cubicBezTo>
                    <a:pt x="14721" y="74831"/>
                    <a:pt x="15304" y="74247"/>
                    <a:pt x="15304" y="73525"/>
                  </a:cubicBezTo>
                  <a:cubicBezTo>
                    <a:pt x="15304" y="72950"/>
                    <a:pt x="14926" y="72465"/>
                    <a:pt x="14408" y="722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25450" y="2751225"/>
              <a:ext cx="288975" cy="1665425"/>
            </a:xfrm>
            <a:custGeom>
              <a:avLst/>
              <a:gdLst/>
              <a:ahLst/>
              <a:cxnLst/>
              <a:rect l="l" t="t" r="r" b="b"/>
              <a:pathLst>
                <a:path w="11559" h="66617" extrusionOk="0">
                  <a:moveTo>
                    <a:pt x="10663" y="64078"/>
                  </a:moveTo>
                  <a:lnTo>
                    <a:pt x="10663" y="24774"/>
                  </a:lnTo>
                  <a:lnTo>
                    <a:pt x="1972" y="16092"/>
                  </a:lnTo>
                  <a:lnTo>
                    <a:pt x="7673" y="16092"/>
                  </a:lnTo>
                  <a:lnTo>
                    <a:pt x="7673" y="0"/>
                  </a:lnTo>
                  <a:lnTo>
                    <a:pt x="6851" y="0"/>
                  </a:lnTo>
                  <a:lnTo>
                    <a:pt x="6851" y="15270"/>
                  </a:lnTo>
                  <a:lnTo>
                    <a:pt x="1" y="15270"/>
                  </a:lnTo>
                  <a:lnTo>
                    <a:pt x="9841" y="25111"/>
                  </a:lnTo>
                  <a:lnTo>
                    <a:pt x="9841" y="64078"/>
                  </a:lnTo>
                  <a:cubicBezTo>
                    <a:pt x="9324" y="64251"/>
                    <a:pt x="8946" y="64736"/>
                    <a:pt x="8946" y="65311"/>
                  </a:cubicBezTo>
                  <a:cubicBezTo>
                    <a:pt x="8946" y="66033"/>
                    <a:pt x="9529" y="66617"/>
                    <a:pt x="10252" y="66617"/>
                  </a:cubicBezTo>
                  <a:cubicBezTo>
                    <a:pt x="10975" y="66617"/>
                    <a:pt x="11558" y="66033"/>
                    <a:pt x="11558" y="65311"/>
                  </a:cubicBezTo>
                  <a:cubicBezTo>
                    <a:pt x="11558" y="64736"/>
                    <a:pt x="11180" y="64251"/>
                    <a:pt x="10663" y="6407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28975" y="2751225"/>
              <a:ext cx="197150" cy="2033425"/>
            </a:xfrm>
            <a:custGeom>
              <a:avLst/>
              <a:gdLst/>
              <a:ahLst/>
              <a:cxnLst/>
              <a:rect l="l" t="t" r="r" b="b"/>
              <a:pathLst>
                <a:path w="7886" h="81337" extrusionOk="0">
                  <a:moveTo>
                    <a:pt x="1684" y="78798"/>
                  </a:moveTo>
                  <a:lnTo>
                    <a:pt x="1684" y="49318"/>
                  </a:lnTo>
                  <a:lnTo>
                    <a:pt x="7886" y="43116"/>
                  </a:lnTo>
                  <a:lnTo>
                    <a:pt x="7886" y="25061"/>
                  </a:lnTo>
                  <a:lnTo>
                    <a:pt x="1339" y="18515"/>
                  </a:lnTo>
                  <a:lnTo>
                    <a:pt x="1339" y="0"/>
                  </a:lnTo>
                  <a:lnTo>
                    <a:pt x="518" y="0"/>
                  </a:lnTo>
                  <a:lnTo>
                    <a:pt x="518" y="18852"/>
                  </a:lnTo>
                  <a:lnTo>
                    <a:pt x="7065" y="25398"/>
                  </a:lnTo>
                  <a:lnTo>
                    <a:pt x="7065" y="42779"/>
                  </a:lnTo>
                  <a:lnTo>
                    <a:pt x="863" y="48981"/>
                  </a:lnTo>
                  <a:lnTo>
                    <a:pt x="863" y="78815"/>
                  </a:lnTo>
                  <a:cubicBezTo>
                    <a:pt x="362" y="78995"/>
                    <a:pt x="0" y="79472"/>
                    <a:pt x="0" y="80038"/>
                  </a:cubicBezTo>
                  <a:cubicBezTo>
                    <a:pt x="0" y="80753"/>
                    <a:pt x="584" y="81336"/>
                    <a:pt x="1307" y="81336"/>
                  </a:cubicBezTo>
                  <a:cubicBezTo>
                    <a:pt x="2021" y="81336"/>
                    <a:pt x="2604" y="80753"/>
                    <a:pt x="2604" y="80038"/>
                  </a:cubicBezTo>
                  <a:cubicBezTo>
                    <a:pt x="2604" y="79447"/>
                    <a:pt x="2218" y="78962"/>
                    <a:pt x="1684" y="787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048075" y="2751225"/>
              <a:ext cx="194275" cy="2304475"/>
            </a:xfrm>
            <a:custGeom>
              <a:avLst/>
              <a:gdLst/>
              <a:ahLst/>
              <a:cxnLst/>
              <a:rect l="l" t="t" r="r" b="b"/>
              <a:pathLst>
                <a:path w="7771" h="92179" extrusionOk="0">
                  <a:moveTo>
                    <a:pt x="1709" y="89641"/>
                  </a:moveTo>
                  <a:lnTo>
                    <a:pt x="1709" y="47133"/>
                  </a:lnTo>
                  <a:lnTo>
                    <a:pt x="7771" y="41071"/>
                  </a:lnTo>
                  <a:lnTo>
                    <a:pt x="7771" y="26540"/>
                  </a:lnTo>
                  <a:lnTo>
                    <a:pt x="1380" y="20149"/>
                  </a:lnTo>
                  <a:lnTo>
                    <a:pt x="1380" y="0"/>
                  </a:lnTo>
                  <a:lnTo>
                    <a:pt x="559" y="0"/>
                  </a:lnTo>
                  <a:lnTo>
                    <a:pt x="559" y="20486"/>
                  </a:lnTo>
                  <a:lnTo>
                    <a:pt x="6949" y="26877"/>
                  </a:lnTo>
                  <a:lnTo>
                    <a:pt x="6949" y="40734"/>
                  </a:lnTo>
                  <a:lnTo>
                    <a:pt x="895" y="46796"/>
                  </a:lnTo>
                  <a:lnTo>
                    <a:pt x="895" y="89641"/>
                  </a:lnTo>
                  <a:cubicBezTo>
                    <a:pt x="370" y="89813"/>
                    <a:pt x="0" y="90298"/>
                    <a:pt x="0" y="90873"/>
                  </a:cubicBezTo>
                  <a:cubicBezTo>
                    <a:pt x="0" y="91596"/>
                    <a:pt x="583" y="92179"/>
                    <a:pt x="1298" y="92179"/>
                  </a:cubicBezTo>
                  <a:cubicBezTo>
                    <a:pt x="2021" y="92179"/>
                    <a:pt x="2604" y="91596"/>
                    <a:pt x="2604" y="90873"/>
                  </a:cubicBezTo>
                  <a:cubicBezTo>
                    <a:pt x="2604" y="90298"/>
                    <a:pt x="2226" y="89813"/>
                    <a:pt x="1709" y="8964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216650" y="2751225"/>
              <a:ext cx="202300" cy="2193800"/>
            </a:xfrm>
            <a:custGeom>
              <a:avLst/>
              <a:gdLst/>
              <a:ahLst/>
              <a:cxnLst/>
              <a:rect l="l" t="t" r="r" b="b"/>
              <a:pathLst>
                <a:path w="8092" h="87752" extrusionOk="0">
                  <a:moveTo>
                    <a:pt x="1685" y="85205"/>
                  </a:moveTo>
                  <a:lnTo>
                    <a:pt x="1685" y="52012"/>
                  </a:lnTo>
                  <a:lnTo>
                    <a:pt x="8092" y="45605"/>
                  </a:lnTo>
                  <a:lnTo>
                    <a:pt x="8092" y="23254"/>
                  </a:lnTo>
                  <a:lnTo>
                    <a:pt x="1028" y="16190"/>
                  </a:lnTo>
                  <a:lnTo>
                    <a:pt x="1028" y="0"/>
                  </a:lnTo>
                  <a:lnTo>
                    <a:pt x="206" y="0"/>
                  </a:lnTo>
                  <a:lnTo>
                    <a:pt x="206" y="16535"/>
                  </a:lnTo>
                  <a:lnTo>
                    <a:pt x="7270" y="23591"/>
                  </a:lnTo>
                  <a:lnTo>
                    <a:pt x="7270" y="45268"/>
                  </a:lnTo>
                  <a:lnTo>
                    <a:pt x="863" y="51675"/>
                  </a:lnTo>
                  <a:lnTo>
                    <a:pt x="863" y="85222"/>
                  </a:lnTo>
                  <a:cubicBezTo>
                    <a:pt x="362" y="85402"/>
                    <a:pt x="1" y="85879"/>
                    <a:pt x="1" y="86445"/>
                  </a:cubicBezTo>
                  <a:cubicBezTo>
                    <a:pt x="1" y="87168"/>
                    <a:pt x="584" y="87751"/>
                    <a:pt x="1307" y="87751"/>
                  </a:cubicBezTo>
                  <a:cubicBezTo>
                    <a:pt x="2030" y="87751"/>
                    <a:pt x="2613" y="87168"/>
                    <a:pt x="2613" y="86445"/>
                  </a:cubicBezTo>
                  <a:cubicBezTo>
                    <a:pt x="2613" y="85854"/>
                    <a:pt x="2219" y="85369"/>
                    <a:pt x="1685" y="8520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292025" y="2751225"/>
              <a:ext cx="225100" cy="1702800"/>
            </a:xfrm>
            <a:custGeom>
              <a:avLst/>
              <a:gdLst/>
              <a:ahLst/>
              <a:cxnLst/>
              <a:rect l="l" t="t" r="r" b="b"/>
              <a:pathLst>
                <a:path w="9004" h="68112" extrusionOk="0">
                  <a:moveTo>
                    <a:pt x="2744" y="65606"/>
                  </a:moveTo>
                  <a:lnTo>
                    <a:pt x="2744" y="53909"/>
                  </a:lnTo>
                  <a:lnTo>
                    <a:pt x="9003" y="47650"/>
                  </a:lnTo>
                  <a:lnTo>
                    <a:pt x="9003" y="22597"/>
                  </a:lnTo>
                  <a:lnTo>
                    <a:pt x="822" y="14416"/>
                  </a:lnTo>
                  <a:lnTo>
                    <a:pt x="822" y="0"/>
                  </a:lnTo>
                  <a:lnTo>
                    <a:pt x="0" y="0"/>
                  </a:lnTo>
                  <a:lnTo>
                    <a:pt x="0" y="14761"/>
                  </a:lnTo>
                  <a:lnTo>
                    <a:pt x="8182" y="22942"/>
                  </a:lnTo>
                  <a:lnTo>
                    <a:pt x="8182" y="47313"/>
                  </a:lnTo>
                  <a:lnTo>
                    <a:pt x="1931" y="53564"/>
                  </a:lnTo>
                  <a:lnTo>
                    <a:pt x="1931" y="65549"/>
                  </a:lnTo>
                  <a:cubicBezTo>
                    <a:pt x="1372" y="65697"/>
                    <a:pt x="953" y="66206"/>
                    <a:pt x="953" y="66806"/>
                  </a:cubicBezTo>
                  <a:cubicBezTo>
                    <a:pt x="953" y="67528"/>
                    <a:pt x="1536" y="68112"/>
                    <a:pt x="2259" y="68112"/>
                  </a:cubicBezTo>
                  <a:cubicBezTo>
                    <a:pt x="2974" y="68112"/>
                    <a:pt x="3565" y="67528"/>
                    <a:pt x="3565" y="66806"/>
                  </a:cubicBezTo>
                  <a:cubicBezTo>
                    <a:pt x="3565" y="66263"/>
                    <a:pt x="3220" y="65795"/>
                    <a:pt x="2744" y="6559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668425" y="2751225"/>
              <a:ext cx="257750" cy="1525575"/>
            </a:xfrm>
            <a:custGeom>
              <a:avLst/>
              <a:gdLst/>
              <a:ahLst/>
              <a:cxnLst/>
              <a:rect l="l" t="t" r="r" b="b"/>
              <a:pathLst>
                <a:path w="10310" h="61023" extrusionOk="0">
                  <a:moveTo>
                    <a:pt x="1709" y="58485"/>
                  </a:moveTo>
                  <a:lnTo>
                    <a:pt x="1709" y="12272"/>
                  </a:lnTo>
                  <a:lnTo>
                    <a:pt x="10310" y="12272"/>
                  </a:lnTo>
                  <a:lnTo>
                    <a:pt x="10310" y="0"/>
                  </a:lnTo>
                  <a:lnTo>
                    <a:pt x="9488" y="0"/>
                  </a:lnTo>
                  <a:lnTo>
                    <a:pt x="9488" y="11451"/>
                  </a:lnTo>
                  <a:lnTo>
                    <a:pt x="896" y="11451"/>
                  </a:lnTo>
                  <a:lnTo>
                    <a:pt x="896" y="58493"/>
                  </a:lnTo>
                  <a:cubicBezTo>
                    <a:pt x="371" y="58665"/>
                    <a:pt x="1" y="59142"/>
                    <a:pt x="1" y="59725"/>
                  </a:cubicBezTo>
                  <a:cubicBezTo>
                    <a:pt x="1" y="60440"/>
                    <a:pt x="584" y="61023"/>
                    <a:pt x="1299" y="61023"/>
                  </a:cubicBezTo>
                  <a:cubicBezTo>
                    <a:pt x="2022" y="61023"/>
                    <a:pt x="2605" y="60440"/>
                    <a:pt x="2605" y="59725"/>
                  </a:cubicBezTo>
                  <a:cubicBezTo>
                    <a:pt x="2605" y="59142"/>
                    <a:pt x="2227" y="58665"/>
                    <a:pt x="1709" y="58493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746875" y="2751225"/>
              <a:ext cx="267800" cy="1743875"/>
            </a:xfrm>
            <a:custGeom>
              <a:avLst/>
              <a:gdLst/>
              <a:ahLst/>
              <a:cxnLst/>
              <a:rect l="l" t="t" r="r" b="b"/>
              <a:pathLst>
                <a:path w="10712" h="69755" extrusionOk="0">
                  <a:moveTo>
                    <a:pt x="1717" y="67216"/>
                  </a:moveTo>
                  <a:lnTo>
                    <a:pt x="1717" y="16092"/>
                  </a:lnTo>
                  <a:lnTo>
                    <a:pt x="10712" y="16092"/>
                  </a:lnTo>
                  <a:lnTo>
                    <a:pt x="10712" y="0"/>
                  </a:lnTo>
                  <a:lnTo>
                    <a:pt x="9899" y="0"/>
                  </a:lnTo>
                  <a:lnTo>
                    <a:pt x="9899" y="15270"/>
                  </a:lnTo>
                  <a:lnTo>
                    <a:pt x="896" y="15270"/>
                  </a:lnTo>
                  <a:lnTo>
                    <a:pt x="896" y="67216"/>
                  </a:lnTo>
                  <a:cubicBezTo>
                    <a:pt x="379" y="67389"/>
                    <a:pt x="1" y="67873"/>
                    <a:pt x="1" y="68448"/>
                  </a:cubicBezTo>
                  <a:cubicBezTo>
                    <a:pt x="1" y="69163"/>
                    <a:pt x="584" y="69754"/>
                    <a:pt x="1307" y="69754"/>
                  </a:cubicBezTo>
                  <a:cubicBezTo>
                    <a:pt x="2030" y="69754"/>
                    <a:pt x="2613" y="69163"/>
                    <a:pt x="2613" y="68448"/>
                  </a:cubicBezTo>
                  <a:cubicBezTo>
                    <a:pt x="2613" y="67873"/>
                    <a:pt x="2235" y="67389"/>
                    <a:pt x="1717" y="67216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842375" y="2751225"/>
              <a:ext cx="250750" cy="1627850"/>
            </a:xfrm>
            <a:custGeom>
              <a:avLst/>
              <a:gdLst/>
              <a:ahLst/>
              <a:cxnLst/>
              <a:rect l="l" t="t" r="r" b="b"/>
              <a:pathLst>
                <a:path w="10030" h="65114" extrusionOk="0">
                  <a:moveTo>
                    <a:pt x="1717" y="62575"/>
                  </a:moveTo>
                  <a:lnTo>
                    <a:pt x="1717" y="20043"/>
                  </a:lnTo>
                  <a:lnTo>
                    <a:pt x="10030" y="20043"/>
                  </a:lnTo>
                  <a:lnTo>
                    <a:pt x="10030" y="0"/>
                  </a:lnTo>
                  <a:lnTo>
                    <a:pt x="9216" y="0"/>
                  </a:lnTo>
                  <a:lnTo>
                    <a:pt x="9216" y="19221"/>
                  </a:lnTo>
                  <a:lnTo>
                    <a:pt x="896" y="19221"/>
                  </a:lnTo>
                  <a:lnTo>
                    <a:pt x="896" y="62575"/>
                  </a:lnTo>
                  <a:cubicBezTo>
                    <a:pt x="378" y="62748"/>
                    <a:pt x="0" y="63232"/>
                    <a:pt x="0" y="63807"/>
                  </a:cubicBezTo>
                  <a:cubicBezTo>
                    <a:pt x="0" y="64530"/>
                    <a:pt x="583" y="65113"/>
                    <a:pt x="1306" y="65113"/>
                  </a:cubicBezTo>
                  <a:cubicBezTo>
                    <a:pt x="2029" y="65113"/>
                    <a:pt x="2612" y="64530"/>
                    <a:pt x="2612" y="63807"/>
                  </a:cubicBezTo>
                  <a:cubicBezTo>
                    <a:pt x="2612" y="63232"/>
                    <a:pt x="2234" y="62748"/>
                    <a:pt x="1717" y="62575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27600" y="2751225"/>
              <a:ext cx="65125" cy="1413050"/>
            </a:xfrm>
            <a:custGeom>
              <a:avLst/>
              <a:gdLst/>
              <a:ahLst/>
              <a:cxnLst/>
              <a:rect l="l" t="t" r="r" b="b"/>
              <a:pathLst>
                <a:path w="2605" h="56522" extrusionOk="0">
                  <a:moveTo>
                    <a:pt x="1709" y="53992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53992"/>
                  </a:lnTo>
                  <a:cubicBezTo>
                    <a:pt x="379" y="54164"/>
                    <a:pt x="1" y="54649"/>
                    <a:pt x="1" y="55224"/>
                  </a:cubicBezTo>
                  <a:cubicBezTo>
                    <a:pt x="1" y="55938"/>
                    <a:pt x="584" y="56521"/>
                    <a:pt x="1307" y="56521"/>
                  </a:cubicBezTo>
                  <a:cubicBezTo>
                    <a:pt x="2022" y="56521"/>
                    <a:pt x="2605" y="55938"/>
                    <a:pt x="2605" y="55224"/>
                  </a:cubicBezTo>
                  <a:cubicBezTo>
                    <a:pt x="2605" y="54649"/>
                    <a:pt x="2235" y="54164"/>
                    <a:pt x="1718" y="53992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295775" y="2751225"/>
              <a:ext cx="65125" cy="1089200"/>
            </a:xfrm>
            <a:custGeom>
              <a:avLst/>
              <a:gdLst/>
              <a:ahLst/>
              <a:cxnLst/>
              <a:rect l="l" t="t" r="r" b="b"/>
              <a:pathLst>
                <a:path w="2605" h="43568" extrusionOk="0">
                  <a:moveTo>
                    <a:pt x="1709" y="41038"/>
                  </a:moveTo>
                  <a:lnTo>
                    <a:pt x="1709" y="0"/>
                  </a:lnTo>
                  <a:lnTo>
                    <a:pt x="896" y="0"/>
                  </a:lnTo>
                  <a:lnTo>
                    <a:pt x="896" y="41038"/>
                  </a:lnTo>
                  <a:cubicBezTo>
                    <a:pt x="379" y="41210"/>
                    <a:pt x="1" y="41695"/>
                    <a:pt x="1" y="42270"/>
                  </a:cubicBezTo>
                  <a:cubicBezTo>
                    <a:pt x="1" y="42985"/>
                    <a:pt x="584" y="43568"/>
                    <a:pt x="1307" y="43568"/>
                  </a:cubicBezTo>
                  <a:cubicBezTo>
                    <a:pt x="2022" y="43568"/>
                    <a:pt x="2605" y="42985"/>
                    <a:pt x="2605" y="42270"/>
                  </a:cubicBezTo>
                  <a:cubicBezTo>
                    <a:pt x="2605" y="41695"/>
                    <a:pt x="2227" y="41210"/>
                    <a:pt x="1709" y="41038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100019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0" name="Google Shape;40;p2"/>
          <p:cNvGrpSpPr/>
          <p:nvPr/>
        </p:nvGrpSpPr>
        <p:grpSpPr>
          <a:xfrm rot="10800000">
            <a:off x="6915345" y="-12"/>
            <a:ext cx="1548637" cy="3324212"/>
            <a:chOff x="5452016" y="2824589"/>
            <a:chExt cx="689908" cy="1480916"/>
          </a:xfrm>
        </p:grpSpPr>
        <p:sp>
          <p:nvSpPr>
            <p:cNvPr id="41" name="Google Shape;41;p2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avLst/>
              <a:gdLst/>
              <a:ahLst/>
              <a:cxnLst/>
              <a:rect l="l" t="t" r="r" b="b"/>
              <a:pathLst>
                <a:path w="30480" h="3980" extrusionOk="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2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avLst/>
              <a:gdLst/>
              <a:ahLst/>
              <a:cxnLst/>
              <a:rect l="l" t="t" r="r" b="b"/>
              <a:pathLst>
                <a:path w="34046" h="4208" extrusionOk="0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2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avLst/>
              <a:gdLst/>
              <a:ahLst/>
              <a:cxnLst/>
              <a:rect l="l" t="t" r="r" b="b"/>
              <a:pathLst>
                <a:path w="28640" h="4279" extrusionOk="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avLst/>
              <a:gdLst/>
              <a:ahLst/>
              <a:cxnLst/>
              <a:rect l="l" t="t" r="r" b="b"/>
              <a:pathLst>
                <a:path w="24362" h="4580" extrusionOk="0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avLst/>
              <a:gdLst/>
              <a:ahLst/>
              <a:cxnLst/>
              <a:rect l="l" t="t" r="r" b="b"/>
              <a:pathLst>
                <a:path w="21509" h="2197" extrusionOk="0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avLst/>
              <a:gdLst/>
              <a:ahLst/>
              <a:cxnLst/>
              <a:rect l="l" t="t" r="r" b="b"/>
              <a:pathLst>
                <a:path w="19969" h="242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47;p2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avLst/>
              <a:gdLst/>
              <a:ahLst/>
              <a:cxnLst/>
              <a:rect l="l" t="t" r="r" b="b"/>
              <a:pathLst>
                <a:path w="25731" h="2854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2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avLst/>
              <a:gdLst/>
              <a:ahLst/>
              <a:cxnLst/>
              <a:rect l="l" t="t" r="r" b="b"/>
              <a:pathLst>
                <a:path w="22579" h="3382" extrusionOk="0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2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avLst/>
              <a:gdLst/>
              <a:ahLst/>
              <a:cxnLst/>
              <a:rect l="l" t="t" r="r" b="b"/>
              <a:pathLst>
                <a:path w="19969" h="386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2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avLst/>
              <a:gdLst/>
              <a:ahLst/>
              <a:cxnLst/>
              <a:rect l="l" t="t" r="r" b="b"/>
              <a:pathLst>
                <a:path w="16874" h="4109" extrusionOk="0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2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avLst/>
              <a:gdLst/>
              <a:ahLst/>
              <a:cxnLst/>
              <a:rect l="l" t="t" r="r" b="b"/>
              <a:pathLst>
                <a:path w="10698" h="2497" extrusionOk="0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2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avLst/>
              <a:gdLst/>
              <a:ahLst/>
              <a:cxnLst/>
              <a:rect l="l" t="t" r="r" b="b"/>
              <a:pathLst>
                <a:path w="9913" h="1783" extrusionOk="0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2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avLst/>
              <a:gdLst/>
              <a:ahLst/>
              <a:cxnLst/>
              <a:rect l="l" t="t" r="r" b="b"/>
              <a:pathLst>
                <a:path w="14263" h="4037" extrusionOk="0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" name="Google Shape;54;p2"/>
          <p:cNvGrpSpPr/>
          <p:nvPr/>
        </p:nvGrpSpPr>
        <p:grpSpPr>
          <a:xfrm rot="-5400000">
            <a:off x="7189310" y="2653816"/>
            <a:ext cx="298168" cy="3611350"/>
            <a:chOff x="9" y="2835115"/>
            <a:chExt cx="134668" cy="1631069"/>
          </a:xfrm>
        </p:grpSpPr>
        <p:sp>
          <p:nvSpPr>
            <p:cNvPr id="55" name="Google Shape;55;p2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avLst/>
              <a:gdLst/>
              <a:ahLst/>
              <a:cxnLst/>
              <a:rect l="l" t="t" r="r" b="b"/>
              <a:pathLst>
                <a:path w="34417" h="1898" extrusionOk="0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56;p2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avLst/>
              <a:gdLst/>
              <a:ahLst/>
              <a:cxnLst/>
              <a:rect l="l" t="t" r="r" b="b"/>
              <a:pathLst>
                <a:path w="20981" h="1669" extrusionOk="0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57;p2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avLst/>
              <a:gdLst/>
              <a:ahLst/>
              <a:cxnLst/>
              <a:rect l="l" t="t" r="r" b="b"/>
              <a:pathLst>
                <a:path w="19384" h="714" extrusionOk="0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2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avLst/>
              <a:gdLst/>
              <a:ahLst/>
              <a:cxnLst/>
              <a:rect l="l" t="t" r="r" b="b"/>
              <a:pathLst>
                <a:path w="37498" h="2140" extrusionOk="0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9" name="Google Shape;59;p2"/>
          <p:cNvSpPr txBox="1">
            <a:spLocks noGrp="1"/>
          </p:cNvSpPr>
          <p:nvPr>
            <p:ph type="ctrTitle"/>
          </p:nvPr>
        </p:nvSpPr>
        <p:spPr>
          <a:xfrm>
            <a:off x="713225" y="835700"/>
            <a:ext cx="5243700" cy="17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0" name="Google Shape;60;p2"/>
          <p:cNvSpPr txBox="1">
            <a:spLocks noGrp="1"/>
          </p:cNvSpPr>
          <p:nvPr>
            <p:ph type="subTitle" idx="1"/>
          </p:nvPr>
        </p:nvSpPr>
        <p:spPr>
          <a:xfrm>
            <a:off x="713225" y="2554100"/>
            <a:ext cx="5243700" cy="36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60" name="Google Shape;160;p5"/>
          <p:cNvGrpSpPr/>
          <p:nvPr/>
        </p:nvGrpSpPr>
        <p:grpSpPr>
          <a:xfrm rot="10800000">
            <a:off x="396301" y="-696824"/>
            <a:ext cx="1221552" cy="2622110"/>
            <a:chOff x="5452016" y="2824589"/>
            <a:chExt cx="689908" cy="1480916"/>
          </a:xfrm>
        </p:grpSpPr>
        <p:sp>
          <p:nvSpPr>
            <p:cNvPr id="161" name="Google Shape;161;p5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avLst/>
              <a:gdLst/>
              <a:ahLst/>
              <a:cxnLst/>
              <a:rect l="l" t="t" r="r" b="b"/>
              <a:pathLst>
                <a:path w="30480" h="3980" extrusionOk="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2" name="Google Shape;162;p5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avLst/>
              <a:gdLst/>
              <a:ahLst/>
              <a:cxnLst/>
              <a:rect l="l" t="t" r="r" b="b"/>
              <a:pathLst>
                <a:path w="34046" h="4208" extrusionOk="0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avLst/>
              <a:gdLst/>
              <a:ahLst/>
              <a:cxnLst/>
              <a:rect l="l" t="t" r="r" b="b"/>
              <a:pathLst>
                <a:path w="28640" h="4279" extrusionOk="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avLst/>
              <a:gdLst/>
              <a:ahLst/>
              <a:cxnLst/>
              <a:rect l="l" t="t" r="r" b="b"/>
              <a:pathLst>
                <a:path w="24362" h="4580" extrusionOk="0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avLst/>
              <a:gdLst/>
              <a:ahLst/>
              <a:cxnLst/>
              <a:rect l="l" t="t" r="r" b="b"/>
              <a:pathLst>
                <a:path w="21509" h="2197" extrusionOk="0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6" name="Google Shape;166;p5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avLst/>
              <a:gdLst/>
              <a:ahLst/>
              <a:cxnLst/>
              <a:rect l="l" t="t" r="r" b="b"/>
              <a:pathLst>
                <a:path w="19969" h="242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7" name="Google Shape;167;p5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avLst/>
              <a:gdLst/>
              <a:ahLst/>
              <a:cxnLst/>
              <a:rect l="l" t="t" r="r" b="b"/>
              <a:pathLst>
                <a:path w="25731" h="2854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avLst/>
              <a:gdLst/>
              <a:ahLst/>
              <a:cxnLst/>
              <a:rect l="l" t="t" r="r" b="b"/>
              <a:pathLst>
                <a:path w="22579" h="3382" extrusionOk="0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avLst/>
              <a:gdLst/>
              <a:ahLst/>
              <a:cxnLst/>
              <a:rect l="l" t="t" r="r" b="b"/>
              <a:pathLst>
                <a:path w="19969" h="386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avLst/>
              <a:gdLst/>
              <a:ahLst/>
              <a:cxnLst/>
              <a:rect l="l" t="t" r="r" b="b"/>
              <a:pathLst>
                <a:path w="16874" h="4109" extrusionOk="0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1" name="Google Shape;171;p5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avLst/>
              <a:gdLst/>
              <a:ahLst/>
              <a:cxnLst/>
              <a:rect l="l" t="t" r="r" b="b"/>
              <a:pathLst>
                <a:path w="10698" h="2497" extrusionOk="0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2" name="Google Shape;172;p5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avLst/>
              <a:gdLst/>
              <a:ahLst/>
              <a:cxnLst/>
              <a:rect l="l" t="t" r="r" b="b"/>
              <a:pathLst>
                <a:path w="9913" h="1783" extrusionOk="0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3" name="Google Shape;173;p5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avLst/>
              <a:gdLst/>
              <a:ahLst/>
              <a:cxnLst/>
              <a:rect l="l" t="t" r="r" b="b"/>
              <a:pathLst>
                <a:path w="14263" h="4037" extrusionOk="0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6976252" y="3748210"/>
            <a:ext cx="1701243" cy="2750650"/>
            <a:chOff x="6976252" y="2907160"/>
            <a:chExt cx="1701243" cy="2750650"/>
          </a:xfrm>
        </p:grpSpPr>
        <p:grpSp>
          <p:nvGrpSpPr>
            <p:cNvPr id="175" name="Google Shape;175;p5"/>
            <p:cNvGrpSpPr/>
            <p:nvPr/>
          </p:nvGrpSpPr>
          <p:grpSpPr>
            <a:xfrm>
              <a:off x="6976252" y="2907160"/>
              <a:ext cx="847022" cy="2750650"/>
              <a:chOff x="6278982" y="2751992"/>
              <a:chExt cx="478381" cy="1553513"/>
            </a:xfrm>
          </p:grpSpPr>
          <p:sp>
            <p:nvSpPr>
              <p:cNvPr id="176" name="Google Shape;176;p5"/>
              <p:cNvSpPr/>
              <p:nvPr/>
            </p:nvSpPr>
            <p:spPr>
              <a:xfrm rot="-5400000">
                <a:off x="6192439" y="3740581"/>
                <a:ext cx="1059686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24362" h="1613" extrusionOk="0">
                    <a:moveTo>
                      <a:pt x="0" y="0"/>
                    </a:moveTo>
                    <a:lnTo>
                      <a:pt x="0" y="243"/>
                    </a:lnTo>
                    <a:lnTo>
                      <a:pt x="15917" y="243"/>
                    </a:lnTo>
                    <a:lnTo>
                      <a:pt x="17173" y="1313"/>
                    </a:lnTo>
                    <a:lnTo>
                      <a:pt x="23648" y="1313"/>
                    </a:lnTo>
                    <a:cubicBezTo>
                      <a:pt x="23705" y="1498"/>
                      <a:pt x="23819" y="1612"/>
                      <a:pt x="24004" y="1612"/>
                    </a:cubicBezTo>
                    <a:cubicBezTo>
                      <a:pt x="24176" y="1612"/>
                      <a:pt x="24361" y="1427"/>
                      <a:pt x="24361" y="1199"/>
                    </a:cubicBezTo>
                    <a:cubicBezTo>
                      <a:pt x="24361" y="1013"/>
                      <a:pt x="24176" y="842"/>
                      <a:pt x="24004" y="842"/>
                    </a:cubicBezTo>
                    <a:cubicBezTo>
                      <a:pt x="23819" y="842"/>
                      <a:pt x="23705" y="956"/>
                      <a:pt x="23648" y="1070"/>
                    </a:cubicBezTo>
                    <a:lnTo>
                      <a:pt x="17230" y="1070"/>
                    </a:lnTo>
                    <a:lnTo>
                      <a:pt x="1597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 rot="-5400000">
                <a:off x="6010359" y="3607522"/>
                <a:ext cx="1325804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1613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7173" y="243"/>
                    </a:lnTo>
                    <a:lnTo>
                      <a:pt x="18242" y="1370"/>
                    </a:lnTo>
                    <a:lnTo>
                      <a:pt x="29710" y="1370"/>
                    </a:lnTo>
                    <a:cubicBezTo>
                      <a:pt x="29767" y="1484"/>
                      <a:pt x="29952" y="1612"/>
                      <a:pt x="30066" y="1612"/>
                    </a:cubicBezTo>
                    <a:cubicBezTo>
                      <a:pt x="30309" y="1612"/>
                      <a:pt x="30480" y="1427"/>
                      <a:pt x="30480" y="1256"/>
                    </a:cubicBezTo>
                    <a:cubicBezTo>
                      <a:pt x="30480" y="1013"/>
                      <a:pt x="30309" y="842"/>
                      <a:pt x="30066" y="842"/>
                    </a:cubicBezTo>
                    <a:cubicBezTo>
                      <a:pt x="29952" y="842"/>
                      <a:pt x="29767" y="956"/>
                      <a:pt x="29710" y="1127"/>
                    </a:cubicBezTo>
                    <a:lnTo>
                      <a:pt x="18356" y="1127"/>
                    </a:lnTo>
                    <a:lnTo>
                      <a:pt x="1723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 rot="-5400000">
                <a:off x="6022147" y="3665853"/>
                <a:ext cx="1214755" cy="64550"/>
              </a:xfrm>
              <a:custGeom>
                <a:avLst/>
                <a:gdLst/>
                <a:ahLst/>
                <a:cxnLst/>
                <a:rect l="l" t="t" r="r" b="b"/>
                <a:pathLst>
                  <a:path w="27927" h="1484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17943" y="229"/>
                    </a:lnTo>
                    <a:lnTo>
                      <a:pt x="18898" y="1241"/>
                    </a:lnTo>
                    <a:lnTo>
                      <a:pt x="27157" y="1241"/>
                    </a:lnTo>
                    <a:cubicBezTo>
                      <a:pt x="27214" y="1427"/>
                      <a:pt x="27385" y="1484"/>
                      <a:pt x="27513" y="1484"/>
                    </a:cubicBezTo>
                    <a:cubicBezTo>
                      <a:pt x="27741" y="1484"/>
                      <a:pt x="27927" y="1298"/>
                      <a:pt x="27927" y="1127"/>
                    </a:cubicBezTo>
                    <a:cubicBezTo>
                      <a:pt x="27927" y="885"/>
                      <a:pt x="27741" y="771"/>
                      <a:pt x="27513" y="771"/>
                    </a:cubicBezTo>
                    <a:cubicBezTo>
                      <a:pt x="27385" y="771"/>
                      <a:pt x="27214" y="828"/>
                      <a:pt x="27157" y="999"/>
                    </a:cubicBezTo>
                    <a:lnTo>
                      <a:pt x="19012" y="999"/>
                    </a:lnTo>
                    <a:lnTo>
                      <a:pt x="1800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 rot="-5400000">
                <a:off x="5843461" y="3619310"/>
                <a:ext cx="1279305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29411" h="2140" extrusionOk="0">
                    <a:moveTo>
                      <a:pt x="28996" y="0"/>
                    </a:moveTo>
                    <a:cubicBezTo>
                      <a:pt x="28882" y="0"/>
                      <a:pt x="28697" y="57"/>
                      <a:pt x="28640" y="243"/>
                    </a:cubicBezTo>
                    <a:lnTo>
                      <a:pt x="20610" y="243"/>
                    </a:lnTo>
                    <a:lnTo>
                      <a:pt x="20610" y="1911"/>
                    </a:lnTo>
                    <a:lnTo>
                      <a:pt x="0" y="1911"/>
                    </a:lnTo>
                    <a:lnTo>
                      <a:pt x="0" y="2140"/>
                    </a:lnTo>
                    <a:lnTo>
                      <a:pt x="20852" y="2140"/>
                    </a:lnTo>
                    <a:lnTo>
                      <a:pt x="20852" y="485"/>
                    </a:lnTo>
                    <a:lnTo>
                      <a:pt x="28640" y="485"/>
                    </a:lnTo>
                    <a:cubicBezTo>
                      <a:pt x="28697" y="656"/>
                      <a:pt x="28882" y="713"/>
                      <a:pt x="28996" y="713"/>
                    </a:cubicBezTo>
                    <a:cubicBezTo>
                      <a:pt x="29239" y="713"/>
                      <a:pt x="29410" y="542"/>
                      <a:pt x="29410" y="357"/>
                    </a:cubicBezTo>
                    <a:cubicBezTo>
                      <a:pt x="29410" y="129"/>
                      <a:pt x="29239" y="0"/>
                      <a:pt x="28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 rot="-5400000">
                <a:off x="5753204" y="3565025"/>
                <a:ext cx="1374825" cy="106134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2440" extrusionOk="0">
                    <a:moveTo>
                      <a:pt x="31193" y="1"/>
                    </a:moveTo>
                    <a:cubicBezTo>
                      <a:pt x="31079" y="1"/>
                      <a:pt x="30893" y="58"/>
                      <a:pt x="30836" y="243"/>
                    </a:cubicBezTo>
                    <a:lnTo>
                      <a:pt x="19426" y="243"/>
                    </a:lnTo>
                    <a:lnTo>
                      <a:pt x="19426" y="2197"/>
                    </a:lnTo>
                    <a:lnTo>
                      <a:pt x="0" y="2197"/>
                    </a:lnTo>
                    <a:lnTo>
                      <a:pt x="0" y="2439"/>
                    </a:lnTo>
                    <a:lnTo>
                      <a:pt x="19669" y="2439"/>
                    </a:lnTo>
                    <a:lnTo>
                      <a:pt x="19669" y="471"/>
                    </a:lnTo>
                    <a:lnTo>
                      <a:pt x="30836" y="471"/>
                    </a:lnTo>
                    <a:cubicBezTo>
                      <a:pt x="30893" y="657"/>
                      <a:pt x="31079" y="714"/>
                      <a:pt x="31193" y="714"/>
                    </a:cubicBezTo>
                    <a:cubicBezTo>
                      <a:pt x="31435" y="714"/>
                      <a:pt x="31607" y="542"/>
                      <a:pt x="31607" y="357"/>
                    </a:cubicBezTo>
                    <a:cubicBezTo>
                      <a:pt x="31607" y="115"/>
                      <a:pt x="31435" y="1"/>
                      <a:pt x="311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 rot="-5400000">
                <a:off x="5618885" y="3466677"/>
                <a:ext cx="1553513" cy="124142"/>
              </a:xfrm>
              <a:custGeom>
                <a:avLst/>
                <a:gdLst/>
                <a:ahLst/>
                <a:cxnLst/>
                <a:rect l="l" t="t" r="r" b="b"/>
                <a:pathLst>
                  <a:path w="35715" h="2854" extrusionOk="0">
                    <a:moveTo>
                      <a:pt x="35301" y="1"/>
                    </a:moveTo>
                    <a:cubicBezTo>
                      <a:pt x="35172" y="1"/>
                      <a:pt x="35001" y="58"/>
                      <a:pt x="34944" y="229"/>
                    </a:cubicBezTo>
                    <a:lnTo>
                      <a:pt x="18185" y="229"/>
                    </a:lnTo>
                    <a:lnTo>
                      <a:pt x="18185" y="2611"/>
                    </a:lnTo>
                    <a:lnTo>
                      <a:pt x="0" y="2611"/>
                    </a:lnTo>
                    <a:lnTo>
                      <a:pt x="0" y="2853"/>
                    </a:lnTo>
                    <a:lnTo>
                      <a:pt x="18413" y="2853"/>
                    </a:lnTo>
                    <a:lnTo>
                      <a:pt x="18413" y="471"/>
                    </a:lnTo>
                    <a:lnTo>
                      <a:pt x="34944" y="471"/>
                    </a:lnTo>
                    <a:cubicBezTo>
                      <a:pt x="35001" y="642"/>
                      <a:pt x="35172" y="714"/>
                      <a:pt x="35301" y="714"/>
                    </a:cubicBezTo>
                    <a:cubicBezTo>
                      <a:pt x="35529" y="714"/>
                      <a:pt x="35714" y="528"/>
                      <a:pt x="35714" y="357"/>
                    </a:cubicBezTo>
                    <a:cubicBezTo>
                      <a:pt x="35714" y="115"/>
                      <a:pt x="35529" y="1"/>
                      <a:pt x="353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 rot="-5400000">
                <a:off x="5790418" y="3674835"/>
                <a:ext cx="1119234" cy="142106"/>
              </a:xfrm>
              <a:custGeom>
                <a:avLst/>
                <a:gdLst/>
                <a:ahLst/>
                <a:cxnLst/>
                <a:rect l="l" t="t" r="r" b="b"/>
                <a:pathLst>
                  <a:path w="25731" h="3267" extrusionOk="0">
                    <a:moveTo>
                      <a:pt x="25374" y="1"/>
                    </a:moveTo>
                    <a:cubicBezTo>
                      <a:pt x="25188" y="1"/>
                      <a:pt x="25074" y="115"/>
                      <a:pt x="25017" y="243"/>
                    </a:cubicBezTo>
                    <a:lnTo>
                      <a:pt x="17044" y="243"/>
                    </a:lnTo>
                    <a:lnTo>
                      <a:pt x="17044" y="3038"/>
                    </a:lnTo>
                    <a:lnTo>
                      <a:pt x="0" y="3038"/>
                    </a:lnTo>
                    <a:lnTo>
                      <a:pt x="0" y="3267"/>
                    </a:lnTo>
                    <a:lnTo>
                      <a:pt x="17287" y="3267"/>
                    </a:lnTo>
                    <a:lnTo>
                      <a:pt x="17287" y="471"/>
                    </a:lnTo>
                    <a:lnTo>
                      <a:pt x="25017" y="471"/>
                    </a:lnTo>
                    <a:cubicBezTo>
                      <a:pt x="25074" y="657"/>
                      <a:pt x="25188" y="771"/>
                      <a:pt x="25374" y="771"/>
                    </a:cubicBezTo>
                    <a:cubicBezTo>
                      <a:pt x="25545" y="771"/>
                      <a:pt x="25730" y="600"/>
                      <a:pt x="25730" y="357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 rot="-5400000">
                <a:off x="6430370" y="3978513"/>
                <a:ext cx="620405" cy="33580"/>
              </a:xfrm>
              <a:custGeom>
                <a:avLst/>
                <a:gdLst/>
                <a:ahLst/>
                <a:cxnLst/>
                <a:rect l="l" t="t" r="r" b="b"/>
                <a:pathLst>
                  <a:path w="14263" h="772" extrusionOk="0">
                    <a:moveTo>
                      <a:pt x="13906" y="1"/>
                    </a:moveTo>
                    <a:cubicBezTo>
                      <a:pt x="13721" y="1"/>
                      <a:pt x="13607" y="115"/>
                      <a:pt x="13550" y="229"/>
                    </a:cubicBezTo>
                    <a:lnTo>
                      <a:pt x="0" y="229"/>
                    </a:lnTo>
                    <a:lnTo>
                      <a:pt x="0" y="472"/>
                    </a:lnTo>
                    <a:lnTo>
                      <a:pt x="13550" y="472"/>
                    </a:lnTo>
                    <a:cubicBezTo>
                      <a:pt x="13607" y="657"/>
                      <a:pt x="13721" y="771"/>
                      <a:pt x="13906" y="771"/>
                    </a:cubicBezTo>
                    <a:cubicBezTo>
                      <a:pt x="14078" y="771"/>
                      <a:pt x="14263" y="586"/>
                      <a:pt x="14263" y="358"/>
                    </a:cubicBezTo>
                    <a:cubicBezTo>
                      <a:pt x="14263" y="172"/>
                      <a:pt x="14078" y="1"/>
                      <a:pt x="139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 rot="-5400000">
                <a:off x="5858989" y="3544234"/>
                <a:ext cx="1460429" cy="62114"/>
              </a:xfrm>
              <a:custGeom>
                <a:avLst/>
                <a:gdLst/>
                <a:ahLst/>
                <a:cxnLst/>
                <a:rect l="l" t="t" r="r" b="b"/>
                <a:pathLst>
                  <a:path w="33575" h="1428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8542" y="243"/>
                    </a:lnTo>
                    <a:lnTo>
                      <a:pt x="19483" y="1185"/>
                    </a:lnTo>
                    <a:lnTo>
                      <a:pt x="32862" y="1185"/>
                    </a:lnTo>
                    <a:cubicBezTo>
                      <a:pt x="32919" y="1313"/>
                      <a:pt x="33033" y="1427"/>
                      <a:pt x="33161" y="1427"/>
                    </a:cubicBezTo>
                    <a:cubicBezTo>
                      <a:pt x="33389" y="1427"/>
                      <a:pt x="33575" y="1256"/>
                      <a:pt x="33575" y="1013"/>
                    </a:cubicBezTo>
                    <a:cubicBezTo>
                      <a:pt x="33575" y="828"/>
                      <a:pt x="33389" y="657"/>
                      <a:pt x="33161" y="657"/>
                    </a:cubicBezTo>
                    <a:cubicBezTo>
                      <a:pt x="32976" y="657"/>
                      <a:pt x="32862" y="771"/>
                      <a:pt x="32805" y="956"/>
                    </a:cubicBezTo>
                    <a:lnTo>
                      <a:pt x="19612" y="956"/>
                    </a:lnTo>
                    <a:lnTo>
                      <a:pt x="185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>
              <a:off x="7899710" y="3118109"/>
              <a:ext cx="777786" cy="2539702"/>
              <a:chOff x="6961407" y="2871131"/>
              <a:chExt cx="439278" cy="1434374"/>
            </a:xfrm>
          </p:grpSpPr>
          <p:sp>
            <p:nvSpPr>
              <p:cNvPr id="186" name="Google Shape;186;p5"/>
              <p:cNvSpPr/>
              <p:nvPr/>
            </p:nvSpPr>
            <p:spPr>
              <a:xfrm rot="-5400000">
                <a:off x="6647504" y="3552324"/>
                <a:ext cx="1374825" cy="131536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3024" extrusionOk="0">
                    <a:moveTo>
                      <a:pt x="31193" y="0"/>
                    </a:moveTo>
                    <a:cubicBezTo>
                      <a:pt x="31079" y="0"/>
                      <a:pt x="30893" y="114"/>
                      <a:pt x="30836" y="300"/>
                    </a:cubicBezTo>
                    <a:lnTo>
                      <a:pt x="17287" y="300"/>
                    </a:lnTo>
                    <a:lnTo>
                      <a:pt x="17287" y="2796"/>
                    </a:lnTo>
                    <a:lnTo>
                      <a:pt x="0" y="2796"/>
                    </a:lnTo>
                    <a:lnTo>
                      <a:pt x="0" y="3024"/>
                    </a:lnTo>
                    <a:lnTo>
                      <a:pt x="17529" y="3024"/>
                    </a:lnTo>
                    <a:lnTo>
                      <a:pt x="17529" y="528"/>
                    </a:lnTo>
                    <a:lnTo>
                      <a:pt x="30836" y="528"/>
                    </a:lnTo>
                    <a:cubicBezTo>
                      <a:pt x="30893" y="656"/>
                      <a:pt x="31079" y="770"/>
                      <a:pt x="31193" y="770"/>
                    </a:cubicBezTo>
                    <a:cubicBezTo>
                      <a:pt x="31435" y="770"/>
                      <a:pt x="31607" y="599"/>
                      <a:pt x="31607" y="414"/>
                    </a:cubicBezTo>
                    <a:cubicBezTo>
                      <a:pt x="31607" y="171"/>
                      <a:pt x="31435" y="0"/>
                      <a:pt x="31193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 rot="-5400000">
                <a:off x="6677278" y="3618071"/>
                <a:ext cx="1230283" cy="144586"/>
              </a:xfrm>
              <a:custGeom>
                <a:avLst/>
                <a:gdLst/>
                <a:ahLst/>
                <a:cxnLst/>
                <a:rect l="l" t="t" r="r" b="b"/>
                <a:pathLst>
                  <a:path w="28284" h="3324" extrusionOk="0">
                    <a:moveTo>
                      <a:pt x="27870" y="0"/>
                    </a:moveTo>
                    <a:cubicBezTo>
                      <a:pt x="27741" y="0"/>
                      <a:pt x="27570" y="114"/>
                      <a:pt x="27513" y="228"/>
                    </a:cubicBezTo>
                    <a:lnTo>
                      <a:pt x="16103" y="228"/>
                    </a:lnTo>
                    <a:lnTo>
                      <a:pt x="16103" y="3081"/>
                    </a:lnTo>
                    <a:lnTo>
                      <a:pt x="0" y="3081"/>
                    </a:lnTo>
                    <a:lnTo>
                      <a:pt x="0" y="3324"/>
                    </a:lnTo>
                    <a:lnTo>
                      <a:pt x="16331" y="3324"/>
                    </a:lnTo>
                    <a:lnTo>
                      <a:pt x="16331" y="471"/>
                    </a:lnTo>
                    <a:lnTo>
                      <a:pt x="27513" y="471"/>
                    </a:lnTo>
                    <a:cubicBezTo>
                      <a:pt x="27570" y="656"/>
                      <a:pt x="27741" y="770"/>
                      <a:pt x="27870" y="770"/>
                    </a:cubicBezTo>
                    <a:cubicBezTo>
                      <a:pt x="28098" y="770"/>
                      <a:pt x="28283" y="585"/>
                      <a:pt x="28283" y="357"/>
                    </a:cubicBezTo>
                    <a:cubicBezTo>
                      <a:pt x="28283" y="171"/>
                      <a:pt x="28098" y="0"/>
                      <a:pt x="2787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 rot="-5400000">
                <a:off x="6529931" y="3512306"/>
                <a:ext cx="1434374" cy="152024"/>
              </a:xfrm>
              <a:custGeom>
                <a:avLst/>
                <a:gdLst/>
                <a:ahLst/>
                <a:cxnLst/>
                <a:rect l="l" t="t" r="r" b="b"/>
                <a:pathLst>
                  <a:path w="32976" h="3495" extrusionOk="0">
                    <a:moveTo>
                      <a:pt x="32562" y="1"/>
                    </a:moveTo>
                    <a:cubicBezTo>
                      <a:pt x="32448" y="1"/>
                      <a:pt x="32263" y="115"/>
                      <a:pt x="32206" y="286"/>
                    </a:cubicBezTo>
                    <a:lnTo>
                      <a:pt x="14976" y="286"/>
                    </a:lnTo>
                    <a:lnTo>
                      <a:pt x="14976" y="3267"/>
                    </a:lnTo>
                    <a:lnTo>
                      <a:pt x="0" y="3267"/>
                    </a:lnTo>
                    <a:lnTo>
                      <a:pt x="0" y="3495"/>
                    </a:lnTo>
                    <a:lnTo>
                      <a:pt x="15204" y="3495"/>
                    </a:lnTo>
                    <a:lnTo>
                      <a:pt x="15204" y="528"/>
                    </a:lnTo>
                    <a:lnTo>
                      <a:pt x="32206" y="528"/>
                    </a:lnTo>
                    <a:cubicBezTo>
                      <a:pt x="32263" y="642"/>
                      <a:pt x="32448" y="771"/>
                      <a:pt x="32562" y="771"/>
                    </a:cubicBezTo>
                    <a:cubicBezTo>
                      <a:pt x="32805" y="771"/>
                      <a:pt x="32976" y="585"/>
                      <a:pt x="32976" y="414"/>
                    </a:cubicBezTo>
                    <a:cubicBezTo>
                      <a:pt x="32976" y="172"/>
                      <a:pt x="32805" y="1"/>
                      <a:pt x="3256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 rot="-5400000">
                <a:off x="6645331" y="3671116"/>
                <a:ext cx="1098138" cy="170641"/>
              </a:xfrm>
              <a:custGeom>
                <a:avLst/>
                <a:gdLst/>
                <a:ahLst/>
                <a:cxnLst/>
                <a:rect l="l" t="t" r="r" b="b"/>
                <a:pathLst>
                  <a:path w="25246" h="3923" extrusionOk="0">
                    <a:moveTo>
                      <a:pt x="24832" y="0"/>
                    </a:moveTo>
                    <a:cubicBezTo>
                      <a:pt x="24718" y="0"/>
                      <a:pt x="24532" y="114"/>
                      <a:pt x="24475" y="285"/>
                    </a:cubicBezTo>
                    <a:lnTo>
                      <a:pt x="13835" y="285"/>
                    </a:lnTo>
                    <a:lnTo>
                      <a:pt x="13835" y="3680"/>
                    </a:lnTo>
                    <a:lnTo>
                      <a:pt x="0" y="3680"/>
                    </a:lnTo>
                    <a:lnTo>
                      <a:pt x="0" y="3923"/>
                    </a:lnTo>
                    <a:lnTo>
                      <a:pt x="14078" y="3923"/>
                    </a:lnTo>
                    <a:lnTo>
                      <a:pt x="14078" y="528"/>
                    </a:lnTo>
                    <a:lnTo>
                      <a:pt x="24475" y="528"/>
                    </a:lnTo>
                    <a:cubicBezTo>
                      <a:pt x="24532" y="642"/>
                      <a:pt x="24718" y="770"/>
                      <a:pt x="24832" y="770"/>
                    </a:cubicBezTo>
                    <a:cubicBezTo>
                      <a:pt x="25074" y="770"/>
                      <a:pt x="25245" y="585"/>
                      <a:pt x="25245" y="414"/>
                    </a:cubicBezTo>
                    <a:cubicBezTo>
                      <a:pt x="25245" y="171"/>
                      <a:pt x="25074" y="0"/>
                      <a:pt x="2483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 rot="-5400000">
                <a:off x="6506661" y="3582076"/>
                <a:ext cx="1284264" cy="162594"/>
              </a:xfrm>
              <a:custGeom>
                <a:avLst/>
                <a:gdLst/>
                <a:ahLst/>
                <a:cxnLst/>
                <a:rect l="l" t="t" r="r" b="b"/>
                <a:pathLst>
                  <a:path w="29525" h="3738" extrusionOk="0">
                    <a:moveTo>
                      <a:pt x="29111" y="1"/>
                    </a:moveTo>
                    <a:cubicBezTo>
                      <a:pt x="28996" y="1"/>
                      <a:pt x="28811" y="115"/>
                      <a:pt x="28754" y="300"/>
                    </a:cubicBezTo>
                    <a:lnTo>
                      <a:pt x="12708" y="300"/>
                    </a:lnTo>
                    <a:lnTo>
                      <a:pt x="12708" y="3509"/>
                    </a:lnTo>
                    <a:lnTo>
                      <a:pt x="0" y="3509"/>
                    </a:lnTo>
                    <a:lnTo>
                      <a:pt x="0" y="3737"/>
                    </a:lnTo>
                    <a:lnTo>
                      <a:pt x="12951" y="3737"/>
                    </a:lnTo>
                    <a:lnTo>
                      <a:pt x="12951" y="528"/>
                    </a:lnTo>
                    <a:lnTo>
                      <a:pt x="28754" y="528"/>
                    </a:lnTo>
                    <a:cubicBezTo>
                      <a:pt x="28811" y="657"/>
                      <a:pt x="28996" y="771"/>
                      <a:pt x="29111" y="771"/>
                    </a:cubicBezTo>
                    <a:cubicBezTo>
                      <a:pt x="29353" y="771"/>
                      <a:pt x="29524" y="600"/>
                      <a:pt x="29524" y="414"/>
                    </a:cubicBezTo>
                    <a:cubicBezTo>
                      <a:pt x="29524" y="172"/>
                      <a:pt x="29353" y="1"/>
                      <a:pt x="2911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 rot="-5400000">
                <a:off x="6617711" y="3742147"/>
                <a:ext cx="953596" cy="173120"/>
              </a:xfrm>
              <a:custGeom>
                <a:avLst/>
                <a:gdLst/>
                <a:ahLst/>
                <a:cxnLst/>
                <a:rect l="l" t="t" r="r" b="b"/>
                <a:pathLst>
                  <a:path w="21923" h="3980" extrusionOk="0">
                    <a:moveTo>
                      <a:pt x="21566" y="0"/>
                    </a:moveTo>
                    <a:cubicBezTo>
                      <a:pt x="21394" y="0"/>
                      <a:pt x="21209" y="114"/>
                      <a:pt x="21209" y="300"/>
                    </a:cubicBezTo>
                    <a:lnTo>
                      <a:pt x="11168" y="300"/>
                    </a:lnTo>
                    <a:lnTo>
                      <a:pt x="11168" y="3752"/>
                    </a:lnTo>
                    <a:lnTo>
                      <a:pt x="0" y="3752"/>
                    </a:lnTo>
                    <a:lnTo>
                      <a:pt x="0" y="3980"/>
                    </a:lnTo>
                    <a:lnTo>
                      <a:pt x="11410" y="3980"/>
                    </a:lnTo>
                    <a:lnTo>
                      <a:pt x="11410" y="542"/>
                    </a:lnTo>
                    <a:lnTo>
                      <a:pt x="21209" y="542"/>
                    </a:lnTo>
                    <a:cubicBezTo>
                      <a:pt x="21209" y="656"/>
                      <a:pt x="21394" y="771"/>
                      <a:pt x="21566" y="771"/>
                    </a:cubicBezTo>
                    <a:cubicBezTo>
                      <a:pt x="21751" y="771"/>
                      <a:pt x="21922" y="599"/>
                      <a:pt x="21922" y="414"/>
                    </a:cubicBezTo>
                    <a:cubicBezTo>
                      <a:pt x="21922" y="186"/>
                      <a:pt x="21751" y="0"/>
                      <a:pt x="2156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 rot="-5400000">
                <a:off x="6516884" y="3690342"/>
                <a:ext cx="1059686" cy="170641"/>
              </a:xfrm>
              <a:custGeom>
                <a:avLst/>
                <a:gdLst/>
                <a:ahLst/>
                <a:cxnLst/>
                <a:rect l="l" t="t" r="r" b="b"/>
                <a:pathLst>
                  <a:path w="24362" h="3923" extrusionOk="0">
                    <a:moveTo>
                      <a:pt x="24004" y="1"/>
                    </a:moveTo>
                    <a:cubicBezTo>
                      <a:pt x="23819" y="1"/>
                      <a:pt x="23648" y="115"/>
                      <a:pt x="23648" y="300"/>
                    </a:cubicBezTo>
                    <a:lnTo>
                      <a:pt x="10098" y="300"/>
                    </a:lnTo>
                    <a:lnTo>
                      <a:pt x="10098" y="3680"/>
                    </a:lnTo>
                    <a:lnTo>
                      <a:pt x="0" y="3680"/>
                    </a:lnTo>
                    <a:lnTo>
                      <a:pt x="0" y="3923"/>
                    </a:lnTo>
                    <a:lnTo>
                      <a:pt x="10341" y="3923"/>
                    </a:lnTo>
                    <a:lnTo>
                      <a:pt x="10341" y="543"/>
                    </a:lnTo>
                    <a:lnTo>
                      <a:pt x="23648" y="543"/>
                    </a:lnTo>
                    <a:cubicBezTo>
                      <a:pt x="23648" y="657"/>
                      <a:pt x="23819" y="771"/>
                      <a:pt x="24004" y="771"/>
                    </a:cubicBezTo>
                    <a:cubicBezTo>
                      <a:pt x="24176" y="771"/>
                      <a:pt x="24361" y="600"/>
                      <a:pt x="24361" y="414"/>
                    </a:cubicBezTo>
                    <a:cubicBezTo>
                      <a:pt x="24361" y="186"/>
                      <a:pt x="24176" y="1"/>
                      <a:pt x="2400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193" name="Google Shape;19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" name="Google Shape;194;p5"/>
          <p:cNvSpPr txBox="1">
            <a:spLocks noGrp="1"/>
          </p:cNvSpPr>
          <p:nvPr>
            <p:ph type="subTitle" idx="1"/>
          </p:nvPr>
        </p:nvSpPr>
        <p:spPr>
          <a:xfrm>
            <a:off x="5040058" y="2339784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5" name="Google Shape;195;p5"/>
          <p:cNvSpPr txBox="1">
            <a:spLocks noGrp="1"/>
          </p:cNvSpPr>
          <p:nvPr>
            <p:ph type="subTitle" idx="2"/>
          </p:nvPr>
        </p:nvSpPr>
        <p:spPr>
          <a:xfrm>
            <a:off x="1543450" y="2339784"/>
            <a:ext cx="25605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" name="Google Shape;196;p5"/>
          <p:cNvSpPr txBox="1">
            <a:spLocks noGrp="1"/>
          </p:cNvSpPr>
          <p:nvPr>
            <p:ph type="subTitle" idx="3"/>
          </p:nvPr>
        </p:nvSpPr>
        <p:spPr>
          <a:xfrm>
            <a:off x="5040051" y="1932150"/>
            <a:ext cx="2560500" cy="50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197" name="Google Shape;197;p5"/>
          <p:cNvSpPr txBox="1">
            <a:spLocks noGrp="1"/>
          </p:cNvSpPr>
          <p:nvPr>
            <p:ph type="subTitle" idx="4"/>
          </p:nvPr>
        </p:nvSpPr>
        <p:spPr>
          <a:xfrm>
            <a:off x="1543450" y="1932150"/>
            <a:ext cx="2560500" cy="508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0" name="Google Shape;20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1" name="Google Shape;201;p6"/>
          <p:cNvGrpSpPr/>
          <p:nvPr/>
        </p:nvGrpSpPr>
        <p:grpSpPr>
          <a:xfrm rot="5400000">
            <a:off x="1164816" y="3526194"/>
            <a:ext cx="209624" cy="2539086"/>
            <a:chOff x="9" y="2835115"/>
            <a:chExt cx="134668" cy="1631069"/>
          </a:xfrm>
        </p:grpSpPr>
        <p:sp>
          <p:nvSpPr>
            <p:cNvPr id="202" name="Google Shape;202;p6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avLst/>
              <a:gdLst/>
              <a:ahLst/>
              <a:cxnLst/>
              <a:rect l="l" t="t" r="r" b="b"/>
              <a:pathLst>
                <a:path w="34417" h="1898" extrusionOk="0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6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avLst/>
              <a:gdLst/>
              <a:ahLst/>
              <a:cxnLst/>
              <a:rect l="l" t="t" r="r" b="b"/>
              <a:pathLst>
                <a:path w="20981" h="1669" extrusionOk="0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4" name="Google Shape;204;p6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avLst/>
              <a:gdLst/>
              <a:ahLst/>
              <a:cxnLst/>
              <a:rect l="l" t="t" r="r" b="b"/>
              <a:pathLst>
                <a:path w="19384" h="714" extrusionOk="0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5" name="Google Shape;205;p6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avLst/>
              <a:gdLst/>
              <a:ahLst/>
              <a:cxnLst/>
              <a:rect l="l" t="t" r="r" b="b"/>
              <a:pathLst>
                <a:path w="37498" h="2140" extrusionOk="0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06" name="Google Shape;206;p6"/>
          <p:cNvGrpSpPr/>
          <p:nvPr/>
        </p:nvGrpSpPr>
        <p:grpSpPr>
          <a:xfrm rot="-5400000" flipH="1">
            <a:off x="8202187" y="-679108"/>
            <a:ext cx="457158" cy="2310231"/>
            <a:chOff x="1015564" y="2912672"/>
            <a:chExt cx="276730" cy="1398445"/>
          </a:xfrm>
        </p:grpSpPr>
        <p:sp>
          <p:nvSpPr>
            <p:cNvPr id="207" name="Google Shape;207;p6"/>
            <p:cNvSpPr/>
            <p:nvPr/>
          </p:nvSpPr>
          <p:spPr>
            <a:xfrm rot="-5400000">
              <a:off x="996011" y="4014833"/>
              <a:ext cx="455419" cy="137148"/>
            </a:xfrm>
            <a:custGeom>
              <a:avLst/>
              <a:gdLst/>
              <a:ahLst/>
              <a:cxnLst/>
              <a:rect l="l" t="t" r="r" b="b"/>
              <a:pathLst>
                <a:path w="10470" h="3153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6"/>
            <p:cNvSpPr/>
            <p:nvPr/>
          </p:nvSpPr>
          <p:spPr>
            <a:xfrm rot="-5400000">
              <a:off x="961278" y="3980100"/>
              <a:ext cx="491391" cy="170641"/>
            </a:xfrm>
            <a:custGeom>
              <a:avLst/>
              <a:gdLst/>
              <a:ahLst/>
              <a:cxnLst/>
              <a:rect l="l" t="t" r="r" b="b"/>
              <a:pathLst>
                <a:path w="11297" h="3923" extrusionOk="0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6"/>
            <p:cNvSpPr/>
            <p:nvPr/>
          </p:nvSpPr>
          <p:spPr>
            <a:xfrm rot="-5400000">
              <a:off x="536004" y="3681359"/>
              <a:ext cx="1109317" cy="150197"/>
            </a:xfrm>
            <a:custGeom>
              <a:avLst/>
              <a:gdLst/>
              <a:ahLst/>
              <a:cxnLst/>
              <a:rect l="l" t="t" r="r" b="b"/>
              <a:pathLst>
                <a:path w="25503" h="3453" extrusionOk="0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6"/>
            <p:cNvSpPr/>
            <p:nvPr/>
          </p:nvSpPr>
          <p:spPr>
            <a:xfrm rot="-5400000">
              <a:off x="486982" y="3518809"/>
              <a:ext cx="1398445" cy="186169"/>
            </a:xfrm>
            <a:custGeom>
              <a:avLst/>
              <a:gdLst/>
              <a:ahLst/>
              <a:cxnLst/>
              <a:rect l="l" t="t" r="r" b="b"/>
              <a:pathLst>
                <a:path w="32150" h="4280" extrusionOk="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1" name="Google Shape;211;p6"/>
            <p:cNvSpPr/>
            <p:nvPr/>
          </p:nvSpPr>
          <p:spPr>
            <a:xfrm rot="-5400000">
              <a:off x="493507" y="3571876"/>
              <a:ext cx="1302881" cy="175599"/>
            </a:xfrm>
            <a:custGeom>
              <a:avLst/>
              <a:gdLst/>
              <a:ahLst/>
              <a:cxnLst/>
              <a:rect l="l" t="t" r="r" b="b"/>
              <a:pathLst>
                <a:path w="29953" h="4037" extrusionOk="0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8"/>
          <p:cNvSpPr txBox="1">
            <a:spLocks noGrp="1"/>
          </p:cNvSpPr>
          <p:nvPr>
            <p:ph type="title"/>
          </p:nvPr>
        </p:nvSpPr>
        <p:spPr>
          <a:xfrm>
            <a:off x="1523600" y="1750625"/>
            <a:ext cx="6096900" cy="12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6" name="Google Shape;316;p13"/>
          <p:cNvGrpSpPr/>
          <p:nvPr/>
        </p:nvGrpSpPr>
        <p:grpSpPr>
          <a:xfrm>
            <a:off x="405347" y="2571756"/>
            <a:ext cx="994044" cy="3212279"/>
            <a:chOff x="2474121" y="2891575"/>
            <a:chExt cx="439279" cy="1419541"/>
          </a:xfrm>
        </p:grpSpPr>
        <p:sp>
          <p:nvSpPr>
            <p:cNvPr id="317" name="Google Shape;317;p13"/>
            <p:cNvSpPr/>
            <p:nvPr/>
          </p:nvSpPr>
          <p:spPr>
            <a:xfrm rot="-5400000">
              <a:off x="1917918" y="3535251"/>
              <a:ext cx="1419541" cy="132189"/>
            </a:xfrm>
            <a:custGeom>
              <a:avLst/>
              <a:gdLst/>
              <a:ahLst/>
              <a:cxnLst/>
              <a:rect l="l" t="t" r="r" b="b"/>
              <a:pathLst>
                <a:path w="32635" h="3039" extrusionOk="0">
                  <a:moveTo>
                    <a:pt x="1" y="0"/>
                  </a:moveTo>
                  <a:lnTo>
                    <a:pt x="1" y="243"/>
                  </a:lnTo>
                  <a:lnTo>
                    <a:pt x="15818" y="243"/>
                  </a:lnTo>
                  <a:lnTo>
                    <a:pt x="15818" y="2796"/>
                  </a:lnTo>
                  <a:lnTo>
                    <a:pt x="31864" y="2796"/>
                  </a:lnTo>
                  <a:cubicBezTo>
                    <a:pt x="31921" y="2981"/>
                    <a:pt x="32092" y="3038"/>
                    <a:pt x="32221" y="3038"/>
                  </a:cubicBezTo>
                  <a:cubicBezTo>
                    <a:pt x="32449" y="3038"/>
                    <a:pt x="32634" y="2924"/>
                    <a:pt x="32634" y="2682"/>
                  </a:cubicBezTo>
                  <a:cubicBezTo>
                    <a:pt x="32634" y="2496"/>
                    <a:pt x="32449" y="2325"/>
                    <a:pt x="32221" y="2325"/>
                  </a:cubicBezTo>
                  <a:cubicBezTo>
                    <a:pt x="32092" y="2325"/>
                    <a:pt x="31921" y="2439"/>
                    <a:pt x="31864" y="2568"/>
                  </a:cubicBezTo>
                  <a:lnTo>
                    <a:pt x="16046" y="2568"/>
                  </a:lnTo>
                  <a:lnTo>
                    <a:pt x="1604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8" name="Google Shape;318;p13"/>
            <p:cNvSpPr/>
            <p:nvPr/>
          </p:nvSpPr>
          <p:spPr>
            <a:xfrm rot="-5400000">
              <a:off x="2568095" y="3965811"/>
              <a:ext cx="504441" cy="186169"/>
            </a:xfrm>
            <a:custGeom>
              <a:avLst/>
              <a:gdLst/>
              <a:ahLst/>
              <a:cxnLst/>
              <a:rect l="l" t="t" r="r" b="b"/>
              <a:pathLst>
                <a:path w="11597" h="4280" extrusionOk="0">
                  <a:moveTo>
                    <a:pt x="1" y="1"/>
                  </a:moveTo>
                  <a:lnTo>
                    <a:pt x="1" y="243"/>
                  </a:lnTo>
                  <a:lnTo>
                    <a:pt x="11112" y="243"/>
                  </a:lnTo>
                  <a:lnTo>
                    <a:pt x="11112" y="3566"/>
                  </a:lnTo>
                  <a:cubicBezTo>
                    <a:pt x="10940" y="3623"/>
                    <a:pt x="10883" y="3752"/>
                    <a:pt x="10883" y="3923"/>
                  </a:cubicBezTo>
                  <a:cubicBezTo>
                    <a:pt x="10883" y="4108"/>
                    <a:pt x="10997" y="4279"/>
                    <a:pt x="11240" y="4279"/>
                  </a:cubicBezTo>
                  <a:cubicBezTo>
                    <a:pt x="11468" y="4279"/>
                    <a:pt x="11596" y="4108"/>
                    <a:pt x="11596" y="3923"/>
                  </a:cubicBezTo>
                  <a:cubicBezTo>
                    <a:pt x="11596" y="3752"/>
                    <a:pt x="11539" y="3623"/>
                    <a:pt x="11354" y="3566"/>
                  </a:cubicBezTo>
                  <a:lnTo>
                    <a:pt x="1135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9" name="Google Shape;319;p13"/>
            <p:cNvSpPr/>
            <p:nvPr/>
          </p:nvSpPr>
          <p:spPr>
            <a:xfrm rot="-5400000">
              <a:off x="2612136" y="4009852"/>
              <a:ext cx="452331" cy="150197"/>
            </a:xfrm>
            <a:custGeom>
              <a:avLst/>
              <a:gdLst/>
              <a:ahLst/>
              <a:cxnLst/>
              <a:rect l="l" t="t" r="r" b="b"/>
              <a:pathLst>
                <a:path w="10399" h="3453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739"/>
                  </a:lnTo>
                  <a:cubicBezTo>
                    <a:pt x="9757" y="2796"/>
                    <a:pt x="9628" y="2925"/>
                    <a:pt x="9628" y="3096"/>
                  </a:cubicBezTo>
                  <a:cubicBezTo>
                    <a:pt x="9628" y="3281"/>
                    <a:pt x="9814" y="3452"/>
                    <a:pt x="10042" y="3452"/>
                  </a:cubicBezTo>
                  <a:cubicBezTo>
                    <a:pt x="10227" y="3452"/>
                    <a:pt x="10398" y="3281"/>
                    <a:pt x="10398" y="3096"/>
                  </a:cubicBezTo>
                  <a:cubicBezTo>
                    <a:pt x="10398" y="2925"/>
                    <a:pt x="10284" y="2796"/>
                    <a:pt x="10170" y="2739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0" name="Google Shape;320;p13"/>
            <p:cNvSpPr/>
            <p:nvPr/>
          </p:nvSpPr>
          <p:spPr>
            <a:xfrm rot="-5400000">
              <a:off x="2177879" y="3666157"/>
              <a:ext cx="1160818" cy="129101"/>
            </a:xfrm>
            <a:custGeom>
              <a:avLst/>
              <a:gdLst/>
              <a:ahLst/>
              <a:cxnLst/>
              <a:rect l="l" t="t" r="r" b="b"/>
              <a:pathLst>
                <a:path w="26687" h="2968" extrusionOk="0">
                  <a:moveTo>
                    <a:pt x="1" y="0"/>
                  </a:moveTo>
                  <a:lnTo>
                    <a:pt x="1" y="243"/>
                  </a:lnTo>
                  <a:lnTo>
                    <a:pt x="12310" y="243"/>
                  </a:lnTo>
                  <a:lnTo>
                    <a:pt x="12310" y="2739"/>
                  </a:lnTo>
                  <a:lnTo>
                    <a:pt x="25973" y="2739"/>
                  </a:lnTo>
                  <a:cubicBezTo>
                    <a:pt x="26030" y="2910"/>
                    <a:pt x="26159" y="2967"/>
                    <a:pt x="26330" y="2967"/>
                  </a:cubicBezTo>
                  <a:cubicBezTo>
                    <a:pt x="26572" y="2967"/>
                    <a:pt x="26687" y="2853"/>
                    <a:pt x="26687" y="2611"/>
                  </a:cubicBezTo>
                  <a:cubicBezTo>
                    <a:pt x="26687" y="2439"/>
                    <a:pt x="26572" y="2254"/>
                    <a:pt x="26330" y="2254"/>
                  </a:cubicBezTo>
                  <a:cubicBezTo>
                    <a:pt x="26159" y="2254"/>
                    <a:pt x="26030" y="2382"/>
                    <a:pt x="25973" y="2496"/>
                  </a:cubicBezTo>
                  <a:lnTo>
                    <a:pt x="12538" y="2496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1" name="Google Shape;321;p13"/>
            <p:cNvSpPr/>
            <p:nvPr/>
          </p:nvSpPr>
          <p:spPr>
            <a:xfrm rot="-5400000">
              <a:off x="2081076" y="3607849"/>
              <a:ext cx="1271867" cy="134668"/>
            </a:xfrm>
            <a:custGeom>
              <a:avLst/>
              <a:gdLst/>
              <a:ahLst/>
              <a:cxnLst/>
              <a:rect l="l" t="t" r="r" b="b"/>
              <a:pathLst>
                <a:path w="29240" h="3096" extrusionOk="0">
                  <a:moveTo>
                    <a:pt x="1" y="1"/>
                  </a:moveTo>
                  <a:lnTo>
                    <a:pt x="1" y="243"/>
                  </a:lnTo>
                  <a:lnTo>
                    <a:pt x="13436" y="243"/>
                  </a:lnTo>
                  <a:lnTo>
                    <a:pt x="13436" y="2853"/>
                  </a:lnTo>
                  <a:lnTo>
                    <a:pt x="28526" y="2853"/>
                  </a:lnTo>
                  <a:cubicBezTo>
                    <a:pt x="28526" y="2967"/>
                    <a:pt x="28712" y="3096"/>
                    <a:pt x="28883" y="3096"/>
                  </a:cubicBezTo>
                  <a:cubicBezTo>
                    <a:pt x="29068" y="3096"/>
                    <a:pt x="29240" y="2910"/>
                    <a:pt x="29240" y="2739"/>
                  </a:cubicBezTo>
                  <a:cubicBezTo>
                    <a:pt x="29240" y="2497"/>
                    <a:pt x="29068" y="2326"/>
                    <a:pt x="28883" y="2326"/>
                  </a:cubicBezTo>
                  <a:cubicBezTo>
                    <a:pt x="28712" y="2326"/>
                    <a:pt x="28526" y="2440"/>
                    <a:pt x="28526" y="2611"/>
                  </a:cubicBezTo>
                  <a:lnTo>
                    <a:pt x="13679" y="2611"/>
                  </a:lnTo>
                  <a:lnTo>
                    <a:pt x="1367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2" name="Google Shape;322;p13"/>
            <p:cNvSpPr/>
            <p:nvPr/>
          </p:nvSpPr>
          <p:spPr>
            <a:xfrm rot="-5400000">
              <a:off x="2065591" y="3641342"/>
              <a:ext cx="1212319" cy="127230"/>
            </a:xfrm>
            <a:custGeom>
              <a:avLst/>
              <a:gdLst/>
              <a:ahLst/>
              <a:cxnLst/>
              <a:rect l="l" t="t" r="r" b="b"/>
              <a:pathLst>
                <a:path w="27871" h="2925" extrusionOk="0">
                  <a:moveTo>
                    <a:pt x="1" y="0"/>
                  </a:moveTo>
                  <a:lnTo>
                    <a:pt x="1" y="243"/>
                  </a:lnTo>
                  <a:lnTo>
                    <a:pt x="14563" y="243"/>
                  </a:lnTo>
                  <a:lnTo>
                    <a:pt x="14563" y="2682"/>
                  </a:lnTo>
                  <a:lnTo>
                    <a:pt x="27157" y="2682"/>
                  </a:lnTo>
                  <a:cubicBezTo>
                    <a:pt x="27229" y="2853"/>
                    <a:pt x="27343" y="2924"/>
                    <a:pt x="27514" y="2924"/>
                  </a:cubicBezTo>
                  <a:cubicBezTo>
                    <a:pt x="27756" y="2924"/>
                    <a:pt x="27870" y="2796"/>
                    <a:pt x="27870" y="2567"/>
                  </a:cubicBezTo>
                  <a:cubicBezTo>
                    <a:pt x="27870" y="2382"/>
                    <a:pt x="27756" y="2211"/>
                    <a:pt x="27514" y="2211"/>
                  </a:cubicBezTo>
                  <a:cubicBezTo>
                    <a:pt x="27343" y="2211"/>
                    <a:pt x="27229" y="2325"/>
                    <a:pt x="27157" y="2439"/>
                  </a:cubicBezTo>
                  <a:lnTo>
                    <a:pt x="14806" y="2439"/>
                  </a:lnTo>
                  <a:lnTo>
                    <a:pt x="1480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13"/>
            <p:cNvSpPr/>
            <p:nvPr/>
          </p:nvSpPr>
          <p:spPr>
            <a:xfrm rot="-5400000">
              <a:off x="1972508" y="3742473"/>
              <a:ext cx="1103749" cy="33537"/>
            </a:xfrm>
            <a:custGeom>
              <a:avLst/>
              <a:gdLst/>
              <a:ahLst/>
              <a:cxnLst/>
              <a:rect l="l" t="t" r="r" b="b"/>
              <a:pathLst>
                <a:path w="25375" h="771" extrusionOk="0">
                  <a:moveTo>
                    <a:pt x="25018" y="1"/>
                  </a:moveTo>
                  <a:cubicBezTo>
                    <a:pt x="24847" y="1"/>
                    <a:pt x="24733" y="115"/>
                    <a:pt x="24661" y="300"/>
                  </a:cubicBezTo>
                  <a:lnTo>
                    <a:pt x="1" y="300"/>
                  </a:lnTo>
                  <a:lnTo>
                    <a:pt x="1" y="528"/>
                  </a:lnTo>
                  <a:lnTo>
                    <a:pt x="24661" y="528"/>
                  </a:lnTo>
                  <a:cubicBezTo>
                    <a:pt x="24733" y="657"/>
                    <a:pt x="24847" y="771"/>
                    <a:pt x="25018" y="771"/>
                  </a:cubicBezTo>
                  <a:cubicBezTo>
                    <a:pt x="25260" y="771"/>
                    <a:pt x="25374" y="600"/>
                    <a:pt x="25374" y="414"/>
                  </a:cubicBezTo>
                  <a:cubicBezTo>
                    <a:pt x="25374" y="172"/>
                    <a:pt x="25260" y="1"/>
                    <a:pt x="2501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4" name="Google Shape;324;p13"/>
            <p:cNvSpPr/>
            <p:nvPr/>
          </p:nvSpPr>
          <p:spPr>
            <a:xfrm rot="-5400000">
              <a:off x="2020290" y="3823748"/>
              <a:ext cx="941199" cy="33537"/>
            </a:xfrm>
            <a:custGeom>
              <a:avLst/>
              <a:gdLst/>
              <a:ahLst/>
              <a:cxnLst/>
              <a:rect l="l" t="t" r="r" b="b"/>
              <a:pathLst>
                <a:path w="21638" h="771" extrusionOk="0">
                  <a:moveTo>
                    <a:pt x="21281" y="0"/>
                  </a:moveTo>
                  <a:cubicBezTo>
                    <a:pt x="21095" y="0"/>
                    <a:pt x="20924" y="114"/>
                    <a:pt x="20924" y="229"/>
                  </a:cubicBezTo>
                  <a:lnTo>
                    <a:pt x="1" y="229"/>
                  </a:lnTo>
                  <a:lnTo>
                    <a:pt x="1" y="471"/>
                  </a:lnTo>
                  <a:lnTo>
                    <a:pt x="20924" y="471"/>
                  </a:lnTo>
                  <a:cubicBezTo>
                    <a:pt x="20924" y="656"/>
                    <a:pt x="21095" y="771"/>
                    <a:pt x="21281" y="771"/>
                  </a:cubicBezTo>
                  <a:cubicBezTo>
                    <a:pt x="21452" y="771"/>
                    <a:pt x="21637" y="585"/>
                    <a:pt x="21637" y="357"/>
                  </a:cubicBezTo>
                  <a:cubicBezTo>
                    <a:pt x="21637" y="172"/>
                    <a:pt x="21452" y="0"/>
                    <a:pt x="2128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25" name="Google Shape;325;p13"/>
          <p:cNvGrpSpPr/>
          <p:nvPr/>
        </p:nvGrpSpPr>
        <p:grpSpPr>
          <a:xfrm rot="-5400000">
            <a:off x="8584962" y="164005"/>
            <a:ext cx="1220922" cy="2928361"/>
            <a:chOff x="3117442" y="2754471"/>
            <a:chExt cx="648978" cy="1556645"/>
          </a:xfrm>
        </p:grpSpPr>
        <p:sp>
          <p:nvSpPr>
            <p:cNvPr id="326" name="Google Shape;326;p13"/>
            <p:cNvSpPr/>
            <p:nvPr/>
          </p:nvSpPr>
          <p:spPr>
            <a:xfrm rot="-5400000">
              <a:off x="2522788" y="3592320"/>
              <a:ext cx="1313451" cy="124142"/>
            </a:xfrm>
            <a:custGeom>
              <a:avLst/>
              <a:gdLst/>
              <a:ahLst/>
              <a:cxnLst/>
              <a:rect l="l" t="t" r="r" b="b"/>
              <a:pathLst>
                <a:path w="30196" h="2854" extrusionOk="0">
                  <a:moveTo>
                    <a:pt x="15276" y="1"/>
                  </a:moveTo>
                  <a:lnTo>
                    <a:pt x="12666" y="2625"/>
                  </a:lnTo>
                  <a:lnTo>
                    <a:pt x="1" y="2625"/>
                  </a:lnTo>
                  <a:lnTo>
                    <a:pt x="1" y="2854"/>
                  </a:lnTo>
                  <a:lnTo>
                    <a:pt x="12780" y="2854"/>
                  </a:lnTo>
                  <a:lnTo>
                    <a:pt x="15390" y="243"/>
                  </a:lnTo>
                  <a:lnTo>
                    <a:pt x="23235" y="243"/>
                  </a:lnTo>
                  <a:lnTo>
                    <a:pt x="25374" y="2383"/>
                  </a:lnTo>
                  <a:lnTo>
                    <a:pt x="29425" y="2383"/>
                  </a:lnTo>
                  <a:cubicBezTo>
                    <a:pt x="29482" y="2554"/>
                    <a:pt x="29596" y="2625"/>
                    <a:pt x="29782" y="2625"/>
                  </a:cubicBezTo>
                  <a:cubicBezTo>
                    <a:pt x="30010" y="2625"/>
                    <a:pt x="30195" y="2497"/>
                    <a:pt x="30195" y="2269"/>
                  </a:cubicBezTo>
                  <a:cubicBezTo>
                    <a:pt x="30195" y="2083"/>
                    <a:pt x="30010" y="1912"/>
                    <a:pt x="29782" y="1912"/>
                  </a:cubicBezTo>
                  <a:cubicBezTo>
                    <a:pt x="29653" y="1912"/>
                    <a:pt x="29482" y="1969"/>
                    <a:pt x="29425" y="2140"/>
                  </a:cubicBezTo>
                  <a:lnTo>
                    <a:pt x="25503" y="2140"/>
                  </a:lnTo>
                  <a:lnTo>
                    <a:pt x="23306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7" name="Google Shape;327;p13"/>
            <p:cNvSpPr/>
            <p:nvPr/>
          </p:nvSpPr>
          <p:spPr>
            <a:xfrm rot="-5400000">
              <a:off x="3104412" y="3972336"/>
              <a:ext cx="644024" cy="33537"/>
            </a:xfrm>
            <a:custGeom>
              <a:avLst/>
              <a:gdLst/>
              <a:ahLst/>
              <a:cxnLst/>
              <a:rect l="l" t="t" r="r" b="b"/>
              <a:pathLst>
                <a:path w="14806" h="771" extrusionOk="0">
                  <a:moveTo>
                    <a:pt x="14392" y="1"/>
                  </a:moveTo>
                  <a:cubicBezTo>
                    <a:pt x="14264" y="1"/>
                    <a:pt x="14092" y="115"/>
                    <a:pt x="14035" y="300"/>
                  </a:cubicBezTo>
                  <a:lnTo>
                    <a:pt x="1" y="300"/>
                  </a:lnTo>
                  <a:lnTo>
                    <a:pt x="1" y="543"/>
                  </a:lnTo>
                  <a:lnTo>
                    <a:pt x="14035" y="543"/>
                  </a:lnTo>
                  <a:cubicBezTo>
                    <a:pt x="14092" y="657"/>
                    <a:pt x="14264" y="771"/>
                    <a:pt x="14392" y="771"/>
                  </a:cubicBezTo>
                  <a:cubicBezTo>
                    <a:pt x="14620" y="771"/>
                    <a:pt x="14806" y="600"/>
                    <a:pt x="14806" y="414"/>
                  </a:cubicBezTo>
                  <a:cubicBezTo>
                    <a:pt x="14806" y="186"/>
                    <a:pt x="14620" y="1"/>
                    <a:pt x="1439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8" name="Google Shape;328;p13"/>
            <p:cNvSpPr/>
            <p:nvPr/>
          </p:nvSpPr>
          <p:spPr>
            <a:xfrm rot="-5400000">
              <a:off x="3456174" y="4000870"/>
              <a:ext cx="452331" cy="168161"/>
            </a:xfrm>
            <a:custGeom>
              <a:avLst/>
              <a:gdLst/>
              <a:ahLst/>
              <a:cxnLst/>
              <a:rect l="l" t="t" r="r" b="b"/>
              <a:pathLst>
                <a:path w="10399" h="3866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3153"/>
                  </a:lnTo>
                  <a:cubicBezTo>
                    <a:pt x="9757" y="3153"/>
                    <a:pt x="9628" y="3338"/>
                    <a:pt x="9628" y="3509"/>
                  </a:cubicBezTo>
                  <a:cubicBezTo>
                    <a:pt x="9628" y="3695"/>
                    <a:pt x="9814" y="3866"/>
                    <a:pt x="10042" y="3866"/>
                  </a:cubicBezTo>
                  <a:cubicBezTo>
                    <a:pt x="10227" y="3866"/>
                    <a:pt x="10398" y="3695"/>
                    <a:pt x="10398" y="3509"/>
                  </a:cubicBezTo>
                  <a:cubicBezTo>
                    <a:pt x="10398" y="3338"/>
                    <a:pt x="10284" y="3153"/>
                    <a:pt x="10170" y="3153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9" name="Google Shape;329;p13"/>
            <p:cNvSpPr/>
            <p:nvPr/>
          </p:nvSpPr>
          <p:spPr>
            <a:xfrm rot="-5400000">
              <a:off x="3085206" y="3642908"/>
              <a:ext cx="1140330" cy="196087"/>
            </a:xfrm>
            <a:custGeom>
              <a:avLst/>
              <a:gdLst/>
              <a:ahLst/>
              <a:cxnLst/>
              <a:rect l="l" t="t" r="r" b="b"/>
              <a:pathLst>
                <a:path w="26216" h="4508" extrusionOk="0">
                  <a:moveTo>
                    <a:pt x="25859" y="0"/>
                  </a:moveTo>
                  <a:cubicBezTo>
                    <a:pt x="25674" y="0"/>
                    <a:pt x="25560" y="114"/>
                    <a:pt x="25503" y="229"/>
                  </a:cubicBezTo>
                  <a:lnTo>
                    <a:pt x="16531" y="229"/>
                  </a:lnTo>
                  <a:lnTo>
                    <a:pt x="12481" y="4279"/>
                  </a:lnTo>
                  <a:lnTo>
                    <a:pt x="11240" y="4279"/>
                  </a:lnTo>
                  <a:lnTo>
                    <a:pt x="11240" y="57"/>
                  </a:lnTo>
                  <a:lnTo>
                    <a:pt x="1" y="57"/>
                  </a:lnTo>
                  <a:lnTo>
                    <a:pt x="1" y="286"/>
                  </a:lnTo>
                  <a:lnTo>
                    <a:pt x="10997" y="286"/>
                  </a:lnTo>
                  <a:lnTo>
                    <a:pt x="10997" y="4507"/>
                  </a:lnTo>
                  <a:lnTo>
                    <a:pt x="12609" y="4507"/>
                  </a:lnTo>
                  <a:lnTo>
                    <a:pt x="16645" y="471"/>
                  </a:lnTo>
                  <a:lnTo>
                    <a:pt x="25503" y="471"/>
                  </a:lnTo>
                  <a:cubicBezTo>
                    <a:pt x="25560" y="642"/>
                    <a:pt x="25674" y="771"/>
                    <a:pt x="25859" y="771"/>
                  </a:cubicBezTo>
                  <a:cubicBezTo>
                    <a:pt x="26087" y="771"/>
                    <a:pt x="26216" y="585"/>
                    <a:pt x="26216" y="357"/>
                  </a:cubicBezTo>
                  <a:cubicBezTo>
                    <a:pt x="26216" y="171"/>
                    <a:pt x="26087" y="0"/>
                    <a:pt x="2585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0" name="Google Shape;330;p13"/>
            <p:cNvSpPr/>
            <p:nvPr/>
          </p:nvSpPr>
          <p:spPr>
            <a:xfrm rot="-5400000">
              <a:off x="2913348" y="3546126"/>
              <a:ext cx="1336374" cy="193607"/>
            </a:xfrm>
            <a:custGeom>
              <a:avLst/>
              <a:gdLst/>
              <a:ahLst/>
              <a:cxnLst/>
              <a:rect l="l" t="t" r="r" b="b"/>
              <a:pathLst>
                <a:path w="30723" h="4451" extrusionOk="0">
                  <a:moveTo>
                    <a:pt x="30309" y="1"/>
                  </a:moveTo>
                  <a:cubicBezTo>
                    <a:pt x="30195" y="1"/>
                    <a:pt x="30010" y="115"/>
                    <a:pt x="29953" y="300"/>
                  </a:cubicBezTo>
                  <a:lnTo>
                    <a:pt x="16232" y="300"/>
                  </a:lnTo>
                  <a:lnTo>
                    <a:pt x="12609" y="3866"/>
                  </a:lnTo>
                  <a:lnTo>
                    <a:pt x="12609" y="714"/>
                  </a:lnTo>
                  <a:lnTo>
                    <a:pt x="1" y="714"/>
                  </a:lnTo>
                  <a:lnTo>
                    <a:pt x="1" y="956"/>
                  </a:lnTo>
                  <a:lnTo>
                    <a:pt x="12367" y="956"/>
                  </a:lnTo>
                  <a:lnTo>
                    <a:pt x="12367" y="4451"/>
                  </a:lnTo>
                  <a:lnTo>
                    <a:pt x="16346" y="528"/>
                  </a:lnTo>
                  <a:lnTo>
                    <a:pt x="29953" y="528"/>
                  </a:lnTo>
                  <a:cubicBezTo>
                    <a:pt x="30010" y="657"/>
                    <a:pt x="30195" y="771"/>
                    <a:pt x="30309" y="771"/>
                  </a:cubicBezTo>
                  <a:cubicBezTo>
                    <a:pt x="30552" y="771"/>
                    <a:pt x="30723" y="600"/>
                    <a:pt x="30723" y="414"/>
                  </a:cubicBezTo>
                  <a:cubicBezTo>
                    <a:pt x="30723" y="172"/>
                    <a:pt x="30552" y="1"/>
                    <a:pt x="3030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13"/>
            <p:cNvSpPr/>
            <p:nvPr/>
          </p:nvSpPr>
          <p:spPr>
            <a:xfrm rot="-5400000">
              <a:off x="2875811" y="3622116"/>
              <a:ext cx="1233415" cy="144586"/>
            </a:xfrm>
            <a:custGeom>
              <a:avLst/>
              <a:gdLst/>
              <a:ahLst/>
              <a:cxnLst/>
              <a:rect l="l" t="t" r="r" b="b"/>
              <a:pathLst>
                <a:path w="28356" h="3324" extrusionOk="0">
                  <a:moveTo>
                    <a:pt x="27942" y="0"/>
                  </a:moveTo>
                  <a:cubicBezTo>
                    <a:pt x="27813" y="0"/>
                    <a:pt x="27642" y="114"/>
                    <a:pt x="27585" y="228"/>
                  </a:cubicBezTo>
                  <a:lnTo>
                    <a:pt x="16175" y="228"/>
                  </a:lnTo>
                  <a:lnTo>
                    <a:pt x="13679" y="2796"/>
                  </a:lnTo>
                  <a:lnTo>
                    <a:pt x="13679" y="1127"/>
                  </a:lnTo>
                  <a:lnTo>
                    <a:pt x="1" y="1127"/>
                  </a:lnTo>
                  <a:lnTo>
                    <a:pt x="1" y="1369"/>
                  </a:lnTo>
                  <a:lnTo>
                    <a:pt x="13436" y="1369"/>
                  </a:lnTo>
                  <a:lnTo>
                    <a:pt x="13436" y="3323"/>
                  </a:lnTo>
                  <a:lnTo>
                    <a:pt x="16289" y="471"/>
                  </a:lnTo>
                  <a:lnTo>
                    <a:pt x="27585" y="471"/>
                  </a:lnTo>
                  <a:cubicBezTo>
                    <a:pt x="27642" y="656"/>
                    <a:pt x="27813" y="770"/>
                    <a:pt x="27942" y="770"/>
                  </a:cubicBezTo>
                  <a:cubicBezTo>
                    <a:pt x="28170" y="770"/>
                    <a:pt x="28355" y="585"/>
                    <a:pt x="28355" y="357"/>
                  </a:cubicBezTo>
                  <a:cubicBezTo>
                    <a:pt x="28355" y="171"/>
                    <a:pt x="28170" y="0"/>
                    <a:pt x="2794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13"/>
            <p:cNvSpPr/>
            <p:nvPr/>
          </p:nvSpPr>
          <p:spPr>
            <a:xfrm rot="-5400000">
              <a:off x="2601887" y="3552324"/>
              <a:ext cx="1419541" cy="98043"/>
            </a:xfrm>
            <a:custGeom>
              <a:avLst/>
              <a:gdLst/>
              <a:ahLst/>
              <a:cxnLst/>
              <a:rect l="l" t="t" r="r" b="b"/>
              <a:pathLst>
                <a:path w="32635" h="2254" extrusionOk="0">
                  <a:moveTo>
                    <a:pt x="16289" y="0"/>
                  </a:moveTo>
                  <a:lnTo>
                    <a:pt x="14321" y="1897"/>
                  </a:lnTo>
                  <a:lnTo>
                    <a:pt x="1" y="1897"/>
                  </a:lnTo>
                  <a:lnTo>
                    <a:pt x="1" y="2140"/>
                  </a:lnTo>
                  <a:lnTo>
                    <a:pt x="14449" y="2140"/>
                  </a:lnTo>
                  <a:lnTo>
                    <a:pt x="16346" y="229"/>
                  </a:lnTo>
                  <a:lnTo>
                    <a:pt x="21395" y="229"/>
                  </a:lnTo>
                  <a:lnTo>
                    <a:pt x="23178" y="2012"/>
                  </a:lnTo>
                  <a:lnTo>
                    <a:pt x="31864" y="2012"/>
                  </a:lnTo>
                  <a:cubicBezTo>
                    <a:pt x="31921" y="2197"/>
                    <a:pt x="32092" y="2254"/>
                    <a:pt x="32221" y="2254"/>
                  </a:cubicBezTo>
                  <a:cubicBezTo>
                    <a:pt x="32449" y="2254"/>
                    <a:pt x="32634" y="2140"/>
                    <a:pt x="32634" y="1897"/>
                  </a:cubicBezTo>
                  <a:cubicBezTo>
                    <a:pt x="32634" y="1655"/>
                    <a:pt x="32449" y="1541"/>
                    <a:pt x="32221" y="1541"/>
                  </a:cubicBezTo>
                  <a:cubicBezTo>
                    <a:pt x="32035" y="1541"/>
                    <a:pt x="31921" y="1655"/>
                    <a:pt x="31864" y="1783"/>
                  </a:cubicBezTo>
                  <a:lnTo>
                    <a:pt x="23306" y="1783"/>
                  </a:lnTo>
                  <a:lnTo>
                    <a:pt x="2152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13"/>
            <p:cNvSpPr/>
            <p:nvPr/>
          </p:nvSpPr>
          <p:spPr>
            <a:xfrm rot="-5400000">
              <a:off x="2574592" y="3483446"/>
              <a:ext cx="1556645" cy="98696"/>
            </a:xfrm>
            <a:custGeom>
              <a:avLst/>
              <a:gdLst/>
              <a:ahLst/>
              <a:cxnLst/>
              <a:rect l="l" t="t" r="r" b="b"/>
              <a:pathLst>
                <a:path w="35787" h="2269" extrusionOk="0">
                  <a:moveTo>
                    <a:pt x="16703" y="1"/>
                  </a:moveTo>
                  <a:lnTo>
                    <a:pt x="14806" y="1841"/>
                  </a:lnTo>
                  <a:lnTo>
                    <a:pt x="1" y="1841"/>
                  </a:lnTo>
                  <a:lnTo>
                    <a:pt x="1" y="2083"/>
                  </a:lnTo>
                  <a:lnTo>
                    <a:pt x="14920" y="2083"/>
                  </a:lnTo>
                  <a:lnTo>
                    <a:pt x="16760" y="243"/>
                  </a:lnTo>
                  <a:lnTo>
                    <a:pt x="20810" y="243"/>
                  </a:lnTo>
                  <a:lnTo>
                    <a:pt x="22593" y="2026"/>
                  </a:lnTo>
                  <a:lnTo>
                    <a:pt x="35002" y="2026"/>
                  </a:lnTo>
                  <a:cubicBezTo>
                    <a:pt x="35073" y="2140"/>
                    <a:pt x="35244" y="2269"/>
                    <a:pt x="35358" y="2269"/>
                  </a:cubicBezTo>
                  <a:cubicBezTo>
                    <a:pt x="35601" y="2269"/>
                    <a:pt x="35786" y="2083"/>
                    <a:pt x="35786" y="1912"/>
                  </a:cubicBezTo>
                  <a:cubicBezTo>
                    <a:pt x="35786" y="1670"/>
                    <a:pt x="35601" y="1484"/>
                    <a:pt x="35358" y="1484"/>
                  </a:cubicBezTo>
                  <a:cubicBezTo>
                    <a:pt x="35244" y="1484"/>
                    <a:pt x="35073" y="1613"/>
                    <a:pt x="35002" y="1784"/>
                  </a:cubicBezTo>
                  <a:lnTo>
                    <a:pt x="22650" y="1784"/>
                  </a:lnTo>
                  <a:lnTo>
                    <a:pt x="20924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4" name="Google Shape;334;p13"/>
            <p:cNvSpPr/>
            <p:nvPr/>
          </p:nvSpPr>
          <p:spPr>
            <a:xfrm rot="-5400000">
              <a:off x="2516589" y="3511045"/>
              <a:ext cx="1499576" cy="100566"/>
            </a:xfrm>
            <a:custGeom>
              <a:avLst/>
              <a:gdLst/>
              <a:ahLst/>
              <a:cxnLst/>
              <a:rect l="l" t="t" r="r" b="b"/>
              <a:pathLst>
                <a:path w="34475" h="2312" extrusionOk="0">
                  <a:moveTo>
                    <a:pt x="15747" y="1"/>
                  </a:moveTo>
                  <a:lnTo>
                    <a:pt x="13679" y="2012"/>
                  </a:lnTo>
                  <a:lnTo>
                    <a:pt x="1" y="2012"/>
                  </a:lnTo>
                  <a:lnTo>
                    <a:pt x="1" y="2254"/>
                  </a:lnTo>
                  <a:lnTo>
                    <a:pt x="13793" y="2254"/>
                  </a:lnTo>
                  <a:lnTo>
                    <a:pt x="15818" y="229"/>
                  </a:lnTo>
                  <a:lnTo>
                    <a:pt x="22108" y="229"/>
                  </a:lnTo>
                  <a:lnTo>
                    <a:pt x="24019" y="2069"/>
                  </a:lnTo>
                  <a:lnTo>
                    <a:pt x="33761" y="2069"/>
                  </a:lnTo>
                  <a:cubicBezTo>
                    <a:pt x="33818" y="2197"/>
                    <a:pt x="33932" y="2311"/>
                    <a:pt x="34117" y="2311"/>
                  </a:cubicBezTo>
                  <a:cubicBezTo>
                    <a:pt x="34289" y="2311"/>
                    <a:pt x="34474" y="2140"/>
                    <a:pt x="34474" y="1955"/>
                  </a:cubicBezTo>
                  <a:cubicBezTo>
                    <a:pt x="34474" y="1712"/>
                    <a:pt x="34289" y="1541"/>
                    <a:pt x="34117" y="1541"/>
                  </a:cubicBezTo>
                  <a:cubicBezTo>
                    <a:pt x="33932" y="1541"/>
                    <a:pt x="33761" y="1655"/>
                    <a:pt x="33761" y="1841"/>
                  </a:cubicBezTo>
                  <a:lnTo>
                    <a:pt x="24076" y="1841"/>
                  </a:lnTo>
                  <a:lnTo>
                    <a:pt x="2223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5" name="Google Shape;335;p13"/>
            <p:cNvSpPr/>
            <p:nvPr/>
          </p:nvSpPr>
          <p:spPr>
            <a:xfrm rot="-5400000">
              <a:off x="2595407" y="3628314"/>
              <a:ext cx="1251380" cy="114224"/>
            </a:xfrm>
            <a:custGeom>
              <a:avLst/>
              <a:gdLst/>
              <a:ahLst/>
              <a:cxnLst/>
              <a:rect l="l" t="t" r="r" b="b"/>
              <a:pathLst>
                <a:path w="28769" h="2626" extrusionOk="0">
                  <a:moveTo>
                    <a:pt x="15519" y="1"/>
                  </a:moveTo>
                  <a:lnTo>
                    <a:pt x="13137" y="2383"/>
                  </a:lnTo>
                  <a:lnTo>
                    <a:pt x="1" y="2383"/>
                  </a:lnTo>
                  <a:lnTo>
                    <a:pt x="1" y="2625"/>
                  </a:lnTo>
                  <a:lnTo>
                    <a:pt x="13251" y="2625"/>
                  </a:lnTo>
                  <a:lnTo>
                    <a:pt x="15633" y="243"/>
                  </a:lnTo>
                  <a:lnTo>
                    <a:pt x="22707" y="243"/>
                  </a:lnTo>
                  <a:lnTo>
                    <a:pt x="24547" y="2083"/>
                  </a:lnTo>
                  <a:lnTo>
                    <a:pt x="28056" y="2083"/>
                  </a:lnTo>
                  <a:cubicBezTo>
                    <a:pt x="28056" y="2268"/>
                    <a:pt x="28227" y="2383"/>
                    <a:pt x="28412" y="2383"/>
                  </a:cubicBezTo>
                  <a:cubicBezTo>
                    <a:pt x="28583" y="2383"/>
                    <a:pt x="28769" y="2197"/>
                    <a:pt x="28769" y="1969"/>
                  </a:cubicBezTo>
                  <a:cubicBezTo>
                    <a:pt x="28769" y="1784"/>
                    <a:pt x="28583" y="1612"/>
                    <a:pt x="28412" y="1612"/>
                  </a:cubicBezTo>
                  <a:cubicBezTo>
                    <a:pt x="28227" y="1612"/>
                    <a:pt x="28113" y="1726"/>
                    <a:pt x="28056" y="1841"/>
                  </a:cubicBezTo>
                  <a:lnTo>
                    <a:pt x="24661" y="1841"/>
                  </a:lnTo>
                  <a:lnTo>
                    <a:pt x="2282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36" name="Google Shape;33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7" name="Google Shape;337;p13"/>
          <p:cNvSpPr txBox="1">
            <a:spLocks noGrp="1"/>
          </p:cNvSpPr>
          <p:nvPr>
            <p:ph type="subTitle" idx="1"/>
          </p:nvPr>
        </p:nvSpPr>
        <p:spPr>
          <a:xfrm>
            <a:off x="1761313" y="2277409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13"/>
          <p:cNvSpPr txBox="1">
            <a:spLocks noGrp="1"/>
          </p:cNvSpPr>
          <p:nvPr>
            <p:ph type="subTitle" idx="2"/>
          </p:nvPr>
        </p:nvSpPr>
        <p:spPr>
          <a:xfrm>
            <a:off x="4858838" y="2277409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13"/>
          <p:cNvSpPr txBox="1">
            <a:spLocks noGrp="1"/>
          </p:cNvSpPr>
          <p:nvPr>
            <p:ph type="subTitle" idx="3"/>
          </p:nvPr>
        </p:nvSpPr>
        <p:spPr>
          <a:xfrm>
            <a:off x="1761313" y="3973584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13"/>
          <p:cNvSpPr txBox="1">
            <a:spLocks noGrp="1"/>
          </p:cNvSpPr>
          <p:nvPr>
            <p:ph type="subTitle" idx="4"/>
          </p:nvPr>
        </p:nvSpPr>
        <p:spPr>
          <a:xfrm>
            <a:off x="4858838" y="3973584"/>
            <a:ext cx="25239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13"/>
          <p:cNvSpPr txBox="1">
            <a:spLocks noGrp="1"/>
          </p:cNvSpPr>
          <p:nvPr>
            <p:ph type="title" idx="5" hasCustomPrompt="1"/>
          </p:nvPr>
        </p:nvSpPr>
        <p:spPr>
          <a:xfrm>
            <a:off x="2639386" y="1295400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13"/>
          <p:cNvSpPr txBox="1">
            <a:spLocks noGrp="1"/>
          </p:cNvSpPr>
          <p:nvPr>
            <p:ph type="title" idx="6" hasCustomPrompt="1"/>
          </p:nvPr>
        </p:nvSpPr>
        <p:spPr>
          <a:xfrm>
            <a:off x="2639386" y="3016825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3" name="Google Shape;343;p13"/>
          <p:cNvSpPr txBox="1">
            <a:spLocks noGrp="1"/>
          </p:cNvSpPr>
          <p:nvPr>
            <p:ph type="title" idx="7" hasCustomPrompt="1"/>
          </p:nvPr>
        </p:nvSpPr>
        <p:spPr>
          <a:xfrm>
            <a:off x="5736911" y="1295400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 idx="8" hasCustomPrompt="1"/>
          </p:nvPr>
        </p:nvSpPr>
        <p:spPr>
          <a:xfrm>
            <a:off x="5736911" y="3016825"/>
            <a:ext cx="767100" cy="55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9"/>
          </p:nvPr>
        </p:nvSpPr>
        <p:spPr>
          <a:xfrm>
            <a:off x="1761325" y="1851000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6" name="Google Shape;346;p13"/>
          <p:cNvSpPr txBox="1">
            <a:spLocks noGrp="1"/>
          </p:cNvSpPr>
          <p:nvPr>
            <p:ph type="subTitle" idx="13"/>
          </p:nvPr>
        </p:nvSpPr>
        <p:spPr>
          <a:xfrm>
            <a:off x="4858851" y="1851000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7" name="Google Shape;347;p13"/>
          <p:cNvSpPr txBox="1">
            <a:spLocks noGrp="1"/>
          </p:cNvSpPr>
          <p:nvPr>
            <p:ph type="subTitle" idx="14"/>
          </p:nvPr>
        </p:nvSpPr>
        <p:spPr>
          <a:xfrm>
            <a:off x="1761325" y="3547175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348" name="Google Shape;348;p13"/>
          <p:cNvSpPr txBox="1">
            <a:spLocks noGrp="1"/>
          </p:cNvSpPr>
          <p:nvPr>
            <p:ph type="subTitle" idx="15"/>
          </p:nvPr>
        </p:nvSpPr>
        <p:spPr>
          <a:xfrm>
            <a:off x="4858851" y="3547175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51" name="Google Shape;351;p14"/>
          <p:cNvGrpSpPr/>
          <p:nvPr/>
        </p:nvGrpSpPr>
        <p:grpSpPr>
          <a:xfrm>
            <a:off x="6244512" y="3338570"/>
            <a:ext cx="1206865" cy="2539995"/>
            <a:chOff x="1390914" y="2912672"/>
            <a:chExt cx="664463" cy="1398445"/>
          </a:xfrm>
        </p:grpSpPr>
        <p:sp>
          <p:nvSpPr>
            <p:cNvPr id="352" name="Google Shape;352;p14"/>
            <p:cNvSpPr/>
            <p:nvPr/>
          </p:nvSpPr>
          <p:spPr>
            <a:xfrm rot="-5400000">
              <a:off x="1296281" y="3552020"/>
              <a:ext cx="1292963" cy="225230"/>
            </a:xfrm>
            <a:custGeom>
              <a:avLst/>
              <a:gdLst/>
              <a:ahLst/>
              <a:cxnLst/>
              <a:rect l="l" t="t" r="r" b="b"/>
              <a:pathLst>
                <a:path w="29725" h="5178" extrusionOk="0">
                  <a:moveTo>
                    <a:pt x="29368" y="1"/>
                  </a:moveTo>
                  <a:cubicBezTo>
                    <a:pt x="29183" y="1"/>
                    <a:pt x="29068" y="129"/>
                    <a:pt x="29011" y="243"/>
                  </a:cubicBezTo>
                  <a:lnTo>
                    <a:pt x="18728" y="243"/>
                  </a:lnTo>
                  <a:lnTo>
                    <a:pt x="18728" y="1555"/>
                  </a:lnTo>
                  <a:lnTo>
                    <a:pt x="14977" y="1555"/>
                  </a:lnTo>
                  <a:lnTo>
                    <a:pt x="14977" y="4935"/>
                  </a:lnTo>
                  <a:lnTo>
                    <a:pt x="1" y="4935"/>
                  </a:lnTo>
                  <a:lnTo>
                    <a:pt x="1" y="5178"/>
                  </a:lnTo>
                  <a:lnTo>
                    <a:pt x="15219" y="5178"/>
                  </a:lnTo>
                  <a:lnTo>
                    <a:pt x="15219" y="1783"/>
                  </a:lnTo>
                  <a:lnTo>
                    <a:pt x="18956" y="1783"/>
                  </a:lnTo>
                  <a:lnTo>
                    <a:pt x="18956" y="485"/>
                  </a:lnTo>
                  <a:lnTo>
                    <a:pt x="29011" y="485"/>
                  </a:lnTo>
                  <a:cubicBezTo>
                    <a:pt x="29068" y="657"/>
                    <a:pt x="29183" y="771"/>
                    <a:pt x="29368" y="771"/>
                  </a:cubicBezTo>
                  <a:cubicBezTo>
                    <a:pt x="29596" y="771"/>
                    <a:pt x="29725" y="600"/>
                    <a:pt x="29725" y="357"/>
                  </a:cubicBezTo>
                  <a:cubicBezTo>
                    <a:pt x="29725" y="186"/>
                    <a:pt x="29596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14"/>
            <p:cNvSpPr/>
            <p:nvPr/>
          </p:nvSpPr>
          <p:spPr>
            <a:xfrm rot="-5400000">
              <a:off x="1295063" y="3592342"/>
              <a:ext cx="1215407" cy="222142"/>
            </a:xfrm>
            <a:custGeom>
              <a:avLst/>
              <a:gdLst/>
              <a:ahLst/>
              <a:cxnLst/>
              <a:rect l="l" t="t" r="r" b="b"/>
              <a:pathLst>
                <a:path w="27942" h="5107" extrusionOk="0">
                  <a:moveTo>
                    <a:pt x="27585" y="0"/>
                  </a:moveTo>
                  <a:cubicBezTo>
                    <a:pt x="27400" y="0"/>
                    <a:pt x="27286" y="114"/>
                    <a:pt x="27229" y="228"/>
                  </a:cubicBezTo>
                  <a:lnTo>
                    <a:pt x="17302" y="228"/>
                  </a:lnTo>
                  <a:lnTo>
                    <a:pt x="17302" y="1369"/>
                  </a:lnTo>
                  <a:lnTo>
                    <a:pt x="14035" y="1369"/>
                  </a:lnTo>
                  <a:lnTo>
                    <a:pt x="14035" y="4864"/>
                  </a:lnTo>
                  <a:lnTo>
                    <a:pt x="1" y="4864"/>
                  </a:lnTo>
                  <a:lnTo>
                    <a:pt x="1" y="5106"/>
                  </a:lnTo>
                  <a:lnTo>
                    <a:pt x="14264" y="5106"/>
                  </a:lnTo>
                  <a:lnTo>
                    <a:pt x="14264" y="1598"/>
                  </a:lnTo>
                  <a:lnTo>
                    <a:pt x="17530" y="1598"/>
                  </a:lnTo>
                  <a:lnTo>
                    <a:pt x="17530" y="471"/>
                  </a:lnTo>
                  <a:lnTo>
                    <a:pt x="27229" y="471"/>
                  </a:lnTo>
                  <a:cubicBezTo>
                    <a:pt x="27286" y="656"/>
                    <a:pt x="27400" y="713"/>
                    <a:pt x="27585" y="713"/>
                  </a:cubicBezTo>
                  <a:cubicBezTo>
                    <a:pt x="27756" y="713"/>
                    <a:pt x="27942" y="585"/>
                    <a:pt x="27942" y="357"/>
                  </a:cubicBezTo>
                  <a:cubicBezTo>
                    <a:pt x="27942" y="171"/>
                    <a:pt x="27756" y="0"/>
                    <a:pt x="275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4"/>
            <p:cNvSpPr/>
            <p:nvPr/>
          </p:nvSpPr>
          <p:spPr>
            <a:xfrm rot="-5400000">
              <a:off x="1190518" y="3668963"/>
              <a:ext cx="1163297" cy="121010"/>
            </a:xfrm>
            <a:custGeom>
              <a:avLst/>
              <a:gdLst/>
              <a:ahLst/>
              <a:cxnLst/>
              <a:rect l="l" t="t" r="r" b="b"/>
              <a:pathLst>
                <a:path w="26744" h="2782" extrusionOk="0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5" name="Google Shape;355;p14"/>
            <p:cNvSpPr/>
            <p:nvPr/>
          </p:nvSpPr>
          <p:spPr>
            <a:xfrm rot="-5400000">
              <a:off x="1172533" y="3722921"/>
              <a:ext cx="1034240" cy="142150"/>
            </a:xfrm>
            <a:custGeom>
              <a:avLst/>
              <a:gdLst/>
              <a:ahLst/>
              <a:cxnLst/>
              <a:rect l="l" t="t" r="r" b="b"/>
              <a:pathLst>
                <a:path w="23777" h="3268" extrusionOk="0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14"/>
            <p:cNvSpPr/>
            <p:nvPr/>
          </p:nvSpPr>
          <p:spPr>
            <a:xfrm rot="-5400000">
              <a:off x="1371361" y="4014833"/>
              <a:ext cx="455419" cy="137148"/>
            </a:xfrm>
            <a:custGeom>
              <a:avLst/>
              <a:gdLst/>
              <a:ahLst/>
              <a:cxnLst/>
              <a:rect l="l" t="t" r="r" b="b"/>
              <a:pathLst>
                <a:path w="10470" h="3153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7" name="Google Shape;357;p14"/>
            <p:cNvSpPr/>
            <p:nvPr/>
          </p:nvSpPr>
          <p:spPr>
            <a:xfrm rot="-5400000">
              <a:off x="1624774" y="4028143"/>
              <a:ext cx="498873" cy="67073"/>
            </a:xfrm>
            <a:custGeom>
              <a:avLst/>
              <a:gdLst/>
              <a:ahLst/>
              <a:cxnLst/>
              <a:rect l="l" t="t" r="r" b="b"/>
              <a:pathLst>
                <a:path w="11469" h="1542" extrusionOk="0">
                  <a:moveTo>
                    <a:pt x="11112" y="1"/>
                  </a:moveTo>
                  <a:cubicBezTo>
                    <a:pt x="10940" y="1"/>
                    <a:pt x="10755" y="172"/>
                    <a:pt x="10755" y="358"/>
                  </a:cubicBezTo>
                  <a:cubicBezTo>
                    <a:pt x="10755" y="529"/>
                    <a:pt x="10883" y="714"/>
                    <a:pt x="10997" y="714"/>
                  </a:cubicBezTo>
                  <a:lnTo>
                    <a:pt x="10997" y="1313"/>
                  </a:lnTo>
                  <a:lnTo>
                    <a:pt x="1" y="1313"/>
                  </a:lnTo>
                  <a:lnTo>
                    <a:pt x="1" y="1541"/>
                  </a:lnTo>
                  <a:lnTo>
                    <a:pt x="11240" y="1541"/>
                  </a:lnTo>
                  <a:lnTo>
                    <a:pt x="11240" y="714"/>
                  </a:lnTo>
                  <a:cubicBezTo>
                    <a:pt x="11411" y="714"/>
                    <a:pt x="11468" y="529"/>
                    <a:pt x="11468" y="358"/>
                  </a:cubicBezTo>
                  <a:cubicBezTo>
                    <a:pt x="11468" y="172"/>
                    <a:pt x="11354" y="1"/>
                    <a:pt x="1111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1622294" y="3989082"/>
              <a:ext cx="540413" cy="103655"/>
            </a:xfrm>
            <a:custGeom>
              <a:avLst/>
              <a:gdLst/>
              <a:ahLst/>
              <a:cxnLst/>
              <a:rect l="l" t="t" r="r" b="b"/>
              <a:pathLst>
                <a:path w="12424" h="2383" extrusionOk="0">
                  <a:moveTo>
                    <a:pt x="12067" y="1"/>
                  </a:moveTo>
                  <a:cubicBezTo>
                    <a:pt x="11896" y="1"/>
                    <a:pt x="11711" y="172"/>
                    <a:pt x="11711" y="358"/>
                  </a:cubicBezTo>
                  <a:cubicBezTo>
                    <a:pt x="11711" y="529"/>
                    <a:pt x="11825" y="714"/>
                    <a:pt x="11953" y="714"/>
                  </a:cubicBezTo>
                  <a:lnTo>
                    <a:pt x="11953" y="2140"/>
                  </a:lnTo>
                  <a:lnTo>
                    <a:pt x="1" y="2140"/>
                  </a:lnTo>
                  <a:lnTo>
                    <a:pt x="1" y="2383"/>
                  </a:lnTo>
                  <a:lnTo>
                    <a:pt x="12181" y="2383"/>
                  </a:lnTo>
                  <a:lnTo>
                    <a:pt x="12181" y="714"/>
                  </a:lnTo>
                  <a:cubicBezTo>
                    <a:pt x="12367" y="714"/>
                    <a:pt x="12424" y="529"/>
                    <a:pt x="12424" y="358"/>
                  </a:cubicBezTo>
                  <a:cubicBezTo>
                    <a:pt x="12424" y="172"/>
                    <a:pt x="12310" y="1"/>
                    <a:pt x="1206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1618271" y="3949043"/>
              <a:ext cx="584476" cy="139670"/>
            </a:xfrm>
            <a:custGeom>
              <a:avLst/>
              <a:gdLst/>
              <a:ahLst/>
              <a:cxnLst/>
              <a:rect l="l" t="t" r="r" b="b"/>
              <a:pathLst>
                <a:path w="13437" h="3211" extrusionOk="0">
                  <a:moveTo>
                    <a:pt x="13080" y="1"/>
                  </a:moveTo>
                  <a:cubicBezTo>
                    <a:pt x="12837" y="1"/>
                    <a:pt x="12666" y="172"/>
                    <a:pt x="12666" y="358"/>
                  </a:cubicBezTo>
                  <a:cubicBezTo>
                    <a:pt x="12666" y="529"/>
                    <a:pt x="12780" y="714"/>
                    <a:pt x="12966" y="714"/>
                  </a:cubicBezTo>
                  <a:lnTo>
                    <a:pt x="12966" y="2968"/>
                  </a:lnTo>
                  <a:lnTo>
                    <a:pt x="1" y="2968"/>
                  </a:lnTo>
                  <a:lnTo>
                    <a:pt x="1" y="3210"/>
                  </a:lnTo>
                  <a:lnTo>
                    <a:pt x="13194" y="3210"/>
                  </a:lnTo>
                  <a:lnTo>
                    <a:pt x="13194" y="714"/>
                  </a:lnTo>
                  <a:cubicBezTo>
                    <a:pt x="13322" y="714"/>
                    <a:pt x="13436" y="529"/>
                    <a:pt x="13436" y="358"/>
                  </a:cubicBezTo>
                  <a:cubicBezTo>
                    <a:pt x="13436" y="172"/>
                    <a:pt x="13251" y="1"/>
                    <a:pt x="1308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1336628" y="3980100"/>
              <a:ext cx="491391" cy="170641"/>
            </a:xfrm>
            <a:custGeom>
              <a:avLst/>
              <a:gdLst/>
              <a:ahLst/>
              <a:cxnLst/>
              <a:rect l="l" t="t" r="r" b="b"/>
              <a:pathLst>
                <a:path w="11297" h="3923" extrusionOk="0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1" name="Google Shape;361;p14"/>
            <p:cNvSpPr/>
            <p:nvPr/>
          </p:nvSpPr>
          <p:spPr>
            <a:xfrm rot="-5400000">
              <a:off x="1071705" y="3588601"/>
              <a:ext cx="1315930" cy="129101"/>
            </a:xfrm>
            <a:custGeom>
              <a:avLst/>
              <a:gdLst/>
              <a:ahLst/>
              <a:cxnLst/>
              <a:rect l="l" t="t" r="r" b="b"/>
              <a:pathLst>
                <a:path w="30253" h="2968" extrusionOk="0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14"/>
            <p:cNvSpPr/>
            <p:nvPr/>
          </p:nvSpPr>
          <p:spPr>
            <a:xfrm rot="-5400000">
              <a:off x="1008135" y="3602585"/>
              <a:ext cx="1253859" cy="163203"/>
            </a:xfrm>
            <a:custGeom>
              <a:avLst/>
              <a:gdLst/>
              <a:ahLst/>
              <a:cxnLst/>
              <a:rect l="l" t="t" r="r" b="b"/>
              <a:pathLst>
                <a:path w="28826" h="3752" extrusionOk="0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911354" y="3681359"/>
              <a:ext cx="1109317" cy="150197"/>
            </a:xfrm>
            <a:custGeom>
              <a:avLst/>
              <a:gdLst/>
              <a:ahLst/>
              <a:cxnLst/>
              <a:rect l="l" t="t" r="r" b="b"/>
              <a:pathLst>
                <a:path w="25503" h="3453" extrusionOk="0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862332" y="3518809"/>
              <a:ext cx="1398445" cy="186169"/>
            </a:xfrm>
            <a:custGeom>
              <a:avLst/>
              <a:gdLst/>
              <a:ahLst/>
              <a:cxnLst/>
              <a:rect l="l" t="t" r="r" b="b"/>
              <a:pathLst>
                <a:path w="32150" h="4280" extrusionOk="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868857" y="3571876"/>
              <a:ext cx="1302881" cy="175599"/>
            </a:xfrm>
            <a:custGeom>
              <a:avLst/>
              <a:gdLst/>
              <a:ahLst/>
              <a:cxnLst/>
              <a:rect l="l" t="t" r="r" b="b"/>
              <a:pathLst>
                <a:path w="29953" h="4037" extrusionOk="0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66" name="Google Shape;366;p14"/>
          <p:cNvGrpSpPr/>
          <p:nvPr/>
        </p:nvGrpSpPr>
        <p:grpSpPr>
          <a:xfrm rot="-5400000">
            <a:off x="8258356" y="631052"/>
            <a:ext cx="771581" cy="2505661"/>
            <a:chOff x="6278982" y="2751992"/>
            <a:chExt cx="478381" cy="1553513"/>
          </a:xfrm>
        </p:grpSpPr>
        <p:sp>
          <p:nvSpPr>
            <p:cNvPr id="367" name="Google Shape;367;p14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avLst/>
              <a:gdLst/>
              <a:ahLst/>
              <a:cxnLst/>
              <a:rect l="l" t="t" r="r" b="b"/>
              <a:pathLst>
                <a:path w="24362" h="1613" extrusionOk="0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14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avLst/>
              <a:gdLst/>
              <a:ahLst/>
              <a:cxnLst/>
              <a:rect l="l" t="t" r="r" b="b"/>
              <a:pathLst>
                <a:path w="30480" h="1613" extrusionOk="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9" name="Google Shape;369;p14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avLst/>
              <a:gdLst/>
              <a:ahLst/>
              <a:cxnLst/>
              <a:rect l="l" t="t" r="r" b="b"/>
              <a:pathLst>
                <a:path w="27927" h="1484" extrusionOk="0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0" name="Google Shape;370;p14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avLst/>
              <a:gdLst/>
              <a:ahLst/>
              <a:cxnLst/>
              <a:rect l="l" t="t" r="r" b="b"/>
              <a:pathLst>
                <a:path w="29411" h="2140" extrusionOk="0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14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avLst/>
              <a:gdLst/>
              <a:ahLst/>
              <a:cxnLst/>
              <a:rect l="l" t="t" r="r" b="b"/>
              <a:pathLst>
                <a:path w="31607" h="2440" extrusionOk="0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2" name="Google Shape;372;p14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avLst/>
              <a:gdLst/>
              <a:ahLst/>
              <a:cxnLst/>
              <a:rect l="l" t="t" r="r" b="b"/>
              <a:pathLst>
                <a:path w="35715" h="2854" extrusionOk="0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3" name="Google Shape;373;p14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avLst/>
              <a:gdLst/>
              <a:ahLst/>
              <a:cxnLst/>
              <a:rect l="l" t="t" r="r" b="b"/>
              <a:pathLst>
                <a:path w="25731" h="3267" extrusionOk="0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14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avLst/>
              <a:gdLst/>
              <a:ahLst/>
              <a:cxnLst/>
              <a:rect l="l" t="t" r="r" b="b"/>
              <a:pathLst>
                <a:path w="14263" h="772" extrusionOk="0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avLst/>
              <a:gdLst/>
              <a:ahLst/>
              <a:cxnLst/>
              <a:rect l="l" t="t" r="r" b="b"/>
              <a:pathLst>
                <a:path w="33575" h="1428" extrusionOk="0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76" name="Google Shape;376;p14"/>
          <p:cNvGrpSpPr/>
          <p:nvPr/>
        </p:nvGrpSpPr>
        <p:grpSpPr>
          <a:xfrm rot="-5400000">
            <a:off x="8420278" y="-126854"/>
            <a:ext cx="708512" cy="2313501"/>
            <a:chOff x="6961407" y="2871131"/>
            <a:chExt cx="439278" cy="1434374"/>
          </a:xfrm>
        </p:grpSpPr>
        <p:sp>
          <p:nvSpPr>
            <p:cNvPr id="377" name="Google Shape;377;p14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avLst/>
              <a:gdLst/>
              <a:ahLst/>
              <a:cxnLst/>
              <a:rect l="l" t="t" r="r" b="b"/>
              <a:pathLst>
                <a:path w="31607" h="3024" extrusionOk="0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8" name="Google Shape;378;p14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avLst/>
              <a:gdLst/>
              <a:ahLst/>
              <a:cxnLst/>
              <a:rect l="l" t="t" r="r" b="b"/>
              <a:pathLst>
                <a:path w="28284" h="3324" extrusionOk="0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9" name="Google Shape;379;p14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avLst/>
              <a:gdLst/>
              <a:ahLst/>
              <a:cxnLst/>
              <a:rect l="l" t="t" r="r" b="b"/>
              <a:pathLst>
                <a:path w="32976" h="3495" extrusionOk="0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0" name="Google Shape;380;p14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avLst/>
              <a:gdLst/>
              <a:ahLst/>
              <a:cxnLst/>
              <a:rect l="l" t="t" r="r" b="b"/>
              <a:pathLst>
                <a:path w="25246" h="3923" extrusionOk="0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1" name="Google Shape;381;p14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avLst/>
              <a:gdLst/>
              <a:ahLst/>
              <a:cxnLst/>
              <a:rect l="l" t="t" r="r" b="b"/>
              <a:pathLst>
                <a:path w="29525" h="3738" extrusionOk="0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2" name="Google Shape;382;p14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avLst/>
              <a:gdLst/>
              <a:ahLst/>
              <a:cxnLst/>
              <a:rect l="l" t="t" r="r" b="b"/>
              <a:pathLst>
                <a:path w="21923" h="3980" extrusionOk="0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3" name="Google Shape;383;p14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avLst/>
              <a:gdLst/>
              <a:ahLst/>
              <a:cxnLst/>
              <a:rect l="l" t="t" r="r" b="b"/>
              <a:pathLst>
                <a:path w="24362" h="3923" extrusionOk="0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84" name="Google Shape;384;p14"/>
          <p:cNvGrpSpPr/>
          <p:nvPr/>
        </p:nvGrpSpPr>
        <p:grpSpPr>
          <a:xfrm rot="10800000">
            <a:off x="438850" y="-3"/>
            <a:ext cx="274372" cy="3323141"/>
            <a:chOff x="9" y="2835115"/>
            <a:chExt cx="134668" cy="1631069"/>
          </a:xfrm>
        </p:grpSpPr>
        <p:sp>
          <p:nvSpPr>
            <p:cNvPr id="385" name="Google Shape;385;p14"/>
            <p:cNvSpPr/>
            <p:nvPr/>
          </p:nvSpPr>
          <p:spPr>
            <a:xfrm rot="-5400000">
              <a:off x="-655129" y="3676378"/>
              <a:ext cx="1497053" cy="82558"/>
            </a:xfrm>
            <a:custGeom>
              <a:avLst/>
              <a:gdLst/>
              <a:ahLst/>
              <a:cxnLst/>
              <a:rect l="l" t="t" r="r" b="b"/>
              <a:pathLst>
                <a:path w="34417" h="1898" extrusionOk="0">
                  <a:moveTo>
                    <a:pt x="34060" y="0"/>
                  </a:moveTo>
                  <a:cubicBezTo>
                    <a:pt x="33874" y="0"/>
                    <a:pt x="33760" y="57"/>
                    <a:pt x="33703" y="228"/>
                  </a:cubicBezTo>
                  <a:lnTo>
                    <a:pt x="21694" y="228"/>
                  </a:lnTo>
                  <a:lnTo>
                    <a:pt x="20268" y="1655"/>
                  </a:lnTo>
                  <a:lnTo>
                    <a:pt x="0" y="1655"/>
                  </a:lnTo>
                  <a:lnTo>
                    <a:pt x="0" y="1897"/>
                  </a:lnTo>
                  <a:lnTo>
                    <a:pt x="20382" y="1897"/>
                  </a:lnTo>
                  <a:lnTo>
                    <a:pt x="21751" y="471"/>
                  </a:lnTo>
                  <a:lnTo>
                    <a:pt x="33703" y="471"/>
                  </a:lnTo>
                  <a:cubicBezTo>
                    <a:pt x="33760" y="642"/>
                    <a:pt x="33874" y="713"/>
                    <a:pt x="34060" y="713"/>
                  </a:cubicBezTo>
                  <a:cubicBezTo>
                    <a:pt x="34288" y="713"/>
                    <a:pt x="34416" y="585"/>
                    <a:pt x="34416" y="357"/>
                  </a:cubicBezTo>
                  <a:cubicBezTo>
                    <a:pt x="34416" y="114"/>
                    <a:pt x="34288" y="0"/>
                    <a:pt x="3406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6" name="Google Shape;386;p14"/>
            <p:cNvSpPr/>
            <p:nvPr/>
          </p:nvSpPr>
          <p:spPr>
            <a:xfrm rot="-5400000">
              <a:off x="-420003" y="3973575"/>
              <a:ext cx="912621" cy="72597"/>
            </a:xfrm>
            <a:custGeom>
              <a:avLst/>
              <a:gdLst/>
              <a:ahLst/>
              <a:cxnLst/>
              <a:rect l="l" t="t" r="r" b="b"/>
              <a:pathLst>
                <a:path w="20981" h="1669" extrusionOk="0">
                  <a:moveTo>
                    <a:pt x="20567" y="0"/>
                  </a:moveTo>
                  <a:cubicBezTo>
                    <a:pt x="20382" y="0"/>
                    <a:pt x="20210" y="185"/>
                    <a:pt x="20210" y="357"/>
                  </a:cubicBezTo>
                  <a:cubicBezTo>
                    <a:pt x="20210" y="414"/>
                    <a:pt x="20210" y="485"/>
                    <a:pt x="20268" y="542"/>
                  </a:cubicBezTo>
                  <a:lnTo>
                    <a:pt x="19383" y="1426"/>
                  </a:lnTo>
                  <a:lnTo>
                    <a:pt x="0" y="1426"/>
                  </a:lnTo>
                  <a:lnTo>
                    <a:pt x="0" y="1669"/>
                  </a:lnTo>
                  <a:lnTo>
                    <a:pt x="19440" y="1669"/>
                  </a:lnTo>
                  <a:lnTo>
                    <a:pt x="20382" y="713"/>
                  </a:lnTo>
                  <a:lnTo>
                    <a:pt x="20567" y="713"/>
                  </a:lnTo>
                  <a:cubicBezTo>
                    <a:pt x="20810" y="713"/>
                    <a:pt x="20981" y="599"/>
                    <a:pt x="20981" y="357"/>
                  </a:cubicBezTo>
                  <a:cubicBezTo>
                    <a:pt x="20981" y="185"/>
                    <a:pt x="20810" y="0"/>
                    <a:pt x="2056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7" name="Google Shape;387;p14"/>
            <p:cNvSpPr/>
            <p:nvPr/>
          </p:nvSpPr>
          <p:spPr>
            <a:xfrm rot="-5400000">
              <a:off x="-388076" y="4029078"/>
              <a:ext cx="843156" cy="31057"/>
            </a:xfrm>
            <a:custGeom>
              <a:avLst/>
              <a:gdLst/>
              <a:ahLst/>
              <a:cxnLst/>
              <a:rect l="l" t="t" r="r" b="b"/>
              <a:pathLst>
                <a:path w="19384" h="714" extrusionOk="0">
                  <a:moveTo>
                    <a:pt x="19027" y="1"/>
                  </a:moveTo>
                  <a:cubicBezTo>
                    <a:pt x="18841" y="1"/>
                    <a:pt x="18727" y="72"/>
                    <a:pt x="18670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18670" y="486"/>
                  </a:lnTo>
                  <a:cubicBezTo>
                    <a:pt x="18727" y="657"/>
                    <a:pt x="18841" y="714"/>
                    <a:pt x="19027" y="714"/>
                  </a:cubicBezTo>
                  <a:cubicBezTo>
                    <a:pt x="19198" y="714"/>
                    <a:pt x="19383" y="600"/>
                    <a:pt x="19383" y="357"/>
                  </a:cubicBezTo>
                  <a:cubicBezTo>
                    <a:pt x="19383" y="129"/>
                    <a:pt x="19198" y="1"/>
                    <a:pt x="190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8" name="Google Shape;388;p14"/>
            <p:cNvSpPr/>
            <p:nvPr/>
          </p:nvSpPr>
          <p:spPr>
            <a:xfrm rot="-5400000">
              <a:off x="-758457" y="3604107"/>
              <a:ext cx="1631069" cy="93085"/>
            </a:xfrm>
            <a:custGeom>
              <a:avLst/>
              <a:gdLst/>
              <a:ahLst/>
              <a:cxnLst/>
              <a:rect l="l" t="t" r="r" b="b"/>
              <a:pathLst>
                <a:path w="37498" h="2140" extrusionOk="0">
                  <a:moveTo>
                    <a:pt x="37140" y="1"/>
                  </a:moveTo>
                  <a:cubicBezTo>
                    <a:pt x="36969" y="1"/>
                    <a:pt x="36855" y="115"/>
                    <a:pt x="36784" y="243"/>
                  </a:cubicBezTo>
                  <a:lnTo>
                    <a:pt x="21523" y="243"/>
                  </a:lnTo>
                  <a:lnTo>
                    <a:pt x="19911" y="1897"/>
                  </a:lnTo>
                  <a:lnTo>
                    <a:pt x="0" y="1897"/>
                  </a:lnTo>
                  <a:lnTo>
                    <a:pt x="0" y="2140"/>
                  </a:lnTo>
                  <a:lnTo>
                    <a:pt x="20025" y="2140"/>
                  </a:lnTo>
                  <a:lnTo>
                    <a:pt x="21637" y="471"/>
                  </a:lnTo>
                  <a:lnTo>
                    <a:pt x="36784" y="471"/>
                  </a:lnTo>
                  <a:cubicBezTo>
                    <a:pt x="36855" y="657"/>
                    <a:pt x="36969" y="771"/>
                    <a:pt x="37140" y="771"/>
                  </a:cubicBezTo>
                  <a:cubicBezTo>
                    <a:pt x="37326" y="771"/>
                    <a:pt x="37497" y="600"/>
                    <a:pt x="37497" y="357"/>
                  </a:cubicBezTo>
                  <a:cubicBezTo>
                    <a:pt x="37497" y="172"/>
                    <a:pt x="37326" y="1"/>
                    <a:pt x="371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89" name="Google Shape;389;p14"/>
          <p:cNvSpPr txBox="1">
            <a:spLocks noGrp="1"/>
          </p:cNvSpPr>
          <p:nvPr>
            <p:ph type="title"/>
          </p:nvPr>
        </p:nvSpPr>
        <p:spPr>
          <a:xfrm>
            <a:off x="1063113" y="3343800"/>
            <a:ext cx="48315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14"/>
          <p:cNvSpPr txBox="1">
            <a:spLocks noGrp="1"/>
          </p:cNvSpPr>
          <p:nvPr>
            <p:ph type="subTitle" idx="1"/>
          </p:nvPr>
        </p:nvSpPr>
        <p:spPr>
          <a:xfrm>
            <a:off x="1063125" y="1342850"/>
            <a:ext cx="5474100" cy="181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15"/>
          <p:cNvSpPr txBox="1">
            <a:spLocks noGrp="1"/>
          </p:cNvSpPr>
          <p:nvPr>
            <p:ph type="subTitle" idx="1"/>
          </p:nvPr>
        </p:nvSpPr>
        <p:spPr>
          <a:xfrm>
            <a:off x="4876711" y="1715800"/>
            <a:ext cx="3169200" cy="18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5"/>
          <p:cNvSpPr txBox="1">
            <a:spLocks noGrp="1"/>
          </p:cNvSpPr>
          <p:nvPr>
            <p:ph type="subTitle" idx="2"/>
          </p:nvPr>
        </p:nvSpPr>
        <p:spPr>
          <a:xfrm>
            <a:off x="1098100" y="1715800"/>
            <a:ext cx="3169200" cy="18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6" name="Google Shape;396;p15"/>
          <p:cNvGrpSpPr/>
          <p:nvPr/>
        </p:nvGrpSpPr>
        <p:grpSpPr>
          <a:xfrm>
            <a:off x="720015" y="4025448"/>
            <a:ext cx="1206865" cy="2539995"/>
            <a:chOff x="1390914" y="2912672"/>
            <a:chExt cx="664463" cy="1398445"/>
          </a:xfrm>
        </p:grpSpPr>
        <p:sp>
          <p:nvSpPr>
            <p:cNvPr id="397" name="Google Shape;397;p15"/>
            <p:cNvSpPr/>
            <p:nvPr/>
          </p:nvSpPr>
          <p:spPr>
            <a:xfrm rot="-5400000">
              <a:off x="1296281" y="3552020"/>
              <a:ext cx="1292963" cy="225230"/>
            </a:xfrm>
            <a:custGeom>
              <a:avLst/>
              <a:gdLst/>
              <a:ahLst/>
              <a:cxnLst/>
              <a:rect l="l" t="t" r="r" b="b"/>
              <a:pathLst>
                <a:path w="29725" h="5178" extrusionOk="0">
                  <a:moveTo>
                    <a:pt x="29368" y="1"/>
                  </a:moveTo>
                  <a:cubicBezTo>
                    <a:pt x="29183" y="1"/>
                    <a:pt x="29068" y="129"/>
                    <a:pt x="29011" y="243"/>
                  </a:cubicBezTo>
                  <a:lnTo>
                    <a:pt x="18728" y="243"/>
                  </a:lnTo>
                  <a:lnTo>
                    <a:pt x="18728" y="1555"/>
                  </a:lnTo>
                  <a:lnTo>
                    <a:pt x="14977" y="1555"/>
                  </a:lnTo>
                  <a:lnTo>
                    <a:pt x="14977" y="4935"/>
                  </a:lnTo>
                  <a:lnTo>
                    <a:pt x="1" y="4935"/>
                  </a:lnTo>
                  <a:lnTo>
                    <a:pt x="1" y="5178"/>
                  </a:lnTo>
                  <a:lnTo>
                    <a:pt x="15219" y="5178"/>
                  </a:lnTo>
                  <a:lnTo>
                    <a:pt x="15219" y="1783"/>
                  </a:lnTo>
                  <a:lnTo>
                    <a:pt x="18956" y="1783"/>
                  </a:lnTo>
                  <a:lnTo>
                    <a:pt x="18956" y="485"/>
                  </a:lnTo>
                  <a:lnTo>
                    <a:pt x="29011" y="485"/>
                  </a:lnTo>
                  <a:cubicBezTo>
                    <a:pt x="29068" y="657"/>
                    <a:pt x="29183" y="771"/>
                    <a:pt x="29368" y="771"/>
                  </a:cubicBezTo>
                  <a:cubicBezTo>
                    <a:pt x="29596" y="771"/>
                    <a:pt x="29725" y="600"/>
                    <a:pt x="29725" y="357"/>
                  </a:cubicBezTo>
                  <a:cubicBezTo>
                    <a:pt x="29725" y="186"/>
                    <a:pt x="29596" y="1"/>
                    <a:pt x="29368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1295063" y="3592342"/>
              <a:ext cx="1215407" cy="222142"/>
            </a:xfrm>
            <a:custGeom>
              <a:avLst/>
              <a:gdLst/>
              <a:ahLst/>
              <a:cxnLst/>
              <a:rect l="l" t="t" r="r" b="b"/>
              <a:pathLst>
                <a:path w="27942" h="5107" extrusionOk="0">
                  <a:moveTo>
                    <a:pt x="27585" y="0"/>
                  </a:moveTo>
                  <a:cubicBezTo>
                    <a:pt x="27400" y="0"/>
                    <a:pt x="27286" y="114"/>
                    <a:pt x="27229" y="228"/>
                  </a:cubicBezTo>
                  <a:lnTo>
                    <a:pt x="17302" y="228"/>
                  </a:lnTo>
                  <a:lnTo>
                    <a:pt x="17302" y="1369"/>
                  </a:lnTo>
                  <a:lnTo>
                    <a:pt x="14035" y="1369"/>
                  </a:lnTo>
                  <a:lnTo>
                    <a:pt x="14035" y="4864"/>
                  </a:lnTo>
                  <a:lnTo>
                    <a:pt x="1" y="4864"/>
                  </a:lnTo>
                  <a:lnTo>
                    <a:pt x="1" y="5106"/>
                  </a:lnTo>
                  <a:lnTo>
                    <a:pt x="14264" y="5106"/>
                  </a:lnTo>
                  <a:lnTo>
                    <a:pt x="14264" y="1598"/>
                  </a:lnTo>
                  <a:lnTo>
                    <a:pt x="17530" y="1598"/>
                  </a:lnTo>
                  <a:lnTo>
                    <a:pt x="17530" y="471"/>
                  </a:lnTo>
                  <a:lnTo>
                    <a:pt x="27229" y="471"/>
                  </a:lnTo>
                  <a:cubicBezTo>
                    <a:pt x="27286" y="656"/>
                    <a:pt x="27400" y="713"/>
                    <a:pt x="27585" y="713"/>
                  </a:cubicBezTo>
                  <a:cubicBezTo>
                    <a:pt x="27756" y="713"/>
                    <a:pt x="27942" y="585"/>
                    <a:pt x="27942" y="357"/>
                  </a:cubicBezTo>
                  <a:cubicBezTo>
                    <a:pt x="27942" y="171"/>
                    <a:pt x="27756" y="0"/>
                    <a:pt x="2758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1190518" y="3668963"/>
              <a:ext cx="1163297" cy="121010"/>
            </a:xfrm>
            <a:custGeom>
              <a:avLst/>
              <a:gdLst/>
              <a:ahLst/>
              <a:cxnLst/>
              <a:rect l="l" t="t" r="r" b="b"/>
              <a:pathLst>
                <a:path w="26744" h="2782" extrusionOk="0">
                  <a:moveTo>
                    <a:pt x="26330" y="0"/>
                  </a:moveTo>
                  <a:cubicBezTo>
                    <a:pt x="26216" y="0"/>
                    <a:pt x="26030" y="114"/>
                    <a:pt x="25973" y="286"/>
                  </a:cubicBezTo>
                  <a:lnTo>
                    <a:pt x="17116" y="286"/>
                  </a:lnTo>
                  <a:lnTo>
                    <a:pt x="14863" y="2553"/>
                  </a:lnTo>
                  <a:lnTo>
                    <a:pt x="1" y="2553"/>
                  </a:lnTo>
                  <a:lnTo>
                    <a:pt x="1" y="2782"/>
                  </a:lnTo>
                  <a:lnTo>
                    <a:pt x="14920" y="2782"/>
                  </a:lnTo>
                  <a:lnTo>
                    <a:pt x="17245" y="528"/>
                  </a:lnTo>
                  <a:lnTo>
                    <a:pt x="25973" y="528"/>
                  </a:lnTo>
                  <a:cubicBezTo>
                    <a:pt x="26030" y="642"/>
                    <a:pt x="26216" y="770"/>
                    <a:pt x="26330" y="770"/>
                  </a:cubicBezTo>
                  <a:cubicBezTo>
                    <a:pt x="26572" y="770"/>
                    <a:pt x="26744" y="585"/>
                    <a:pt x="26744" y="414"/>
                  </a:cubicBezTo>
                  <a:cubicBezTo>
                    <a:pt x="26744" y="171"/>
                    <a:pt x="26572" y="0"/>
                    <a:pt x="2633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0" name="Google Shape;400;p15"/>
            <p:cNvSpPr/>
            <p:nvPr/>
          </p:nvSpPr>
          <p:spPr>
            <a:xfrm rot="-5400000">
              <a:off x="1172533" y="3722921"/>
              <a:ext cx="1034240" cy="142150"/>
            </a:xfrm>
            <a:custGeom>
              <a:avLst/>
              <a:gdLst/>
              <a:ahLst/>
              <a:cxnLst/>
              <a:rect l="l" t="t" r="r" b="b"/>
              <a:pathLst>
                <a:path w="23777" h="3268" extrusionOk="0">
                  <a:moveTo>
                    <a:pt x="23363" y="1"/>
                  </a:moveTo>
                  <a:cubicBezTo>
                    <a:pt x="23235" y="1"/>
                    <a:pt x="23064" y="58"/>
                    <a:pt x="23007" y="229"/>
                  </a:cubicBezTo>
                  <a:lnTo>
                    <a:pt x="16588" y="229"/>
                  </a:lnTo>
                  <a:lnTo>
                    <a:pt x="13793" y="3025"/>
                  </a:lnTo>
                  <a:lnTo>
                    <a:pt x="1" y="3025"/>
                  </a:lnTo>
                  <a:lnTo>
                    <a:pt x="1" y="3267"/>
                  </a:lnTo>
                  <a:lnTo>
                    <a:pt x="13850" y="3267"/>
                  </a:lnTo>
                  <a:lnTo>
                    <a:pt x="16703" y="472"/>
                  </a:lnTo>
                  <a:lnTo>
                    <a:pt x="23007" y="472"/>
                  </a:lnTo>
                  <a:cubicBezTo>
                    <a:pt x="23064" y="586"/>
                    <a:pt x="23235" y="714"/>
                    <a:pt x="23363" y="714"/>
                  </a:cubicBezTo>
                  <a:cubicBezTo>
                    <a:pt x="23591" y="714"/>
                    <a:pt x="23777" y="529"/>
                    <a:pt x="23777" y="357"/>
                  </a:cubicBezTo>
                  <a:cubicBezTo>
                    <a:pt x="23777" y="115"/>
                    <a:pt x="23591" y="1"/>
                    <a:pt x="2336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1" name="Google Shape;401;p15"/>
            <p:cNvSpPr/>
            <p:nvPr/>
          </p:nvSpPr>
          <p:spPr>
            <a:xfrm rot="-5400000">
              <a:off x="1371361" y="4014833"/>
              <a:ext cx="455419" cy="137148"/>
            </a:xfrm>
            <a:custGeom>
              <a:avLst/>
              <a:gdLst/>
              <a:ahLst/>
              <a:cxnLst/>
              <a:rect l="l" t="t" r="r" b="b"/>
              <a:pathLst>
                <a:path w="10470" h="3153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2" name="Google Shape;402;p15"/>
            <p:cNvSpPr/>
            <p:nvPr/>
          </p:nvSpPr>
          <p:spPr>
            <a:xfrm rot="-5400000">
              <a:off x="1624774" y="4028143"/>
              <a:ext cx="498873" cy="67073"/>
            </a:xfrm>
            <a:custGeom>
              <a:avLst/>
              <a:gdLst/>
              <a:ahLst/>
              <a:cxnLst/>
              <a:rect l="l" t="t" r="r" b="b"/>
              <a:pathLst>
                <a:path w="11469" h="1542" extrusionOk="0">
                  <a:moveTo>
                    <a:pt x="11112" y="1"/>
                  </a:moveTo>
                  <a:cubicBezTo>
                    <a:pt x="10940" y="1"/>
                    <a:pt x="10755" y="172"/>
                    <a:pt x="10755" y="358"/>
                  </a:cubicBezTo>
                  <a:cubicBezTo>
                    <a:pt x="10755" y="529"/>
                    <a:pt x="10883" y="714"/>
                    <a:pt x="10997" y="714"/>
                  </a:cubicBezTo>
                  <a:lnTo>
                    <a:pt x="10997" y="1313"/>
                  </a:lnTo>
                  <a:lnTo>
                    <a:pt x="1" y="1313"/>
                  </a:lnTo>
                  <a:lnTo>
                    <a:pt x="1" y="1541"/>
                  </a:lnTo>
                  <a:lnTo>
                    <a:pt x="11240" y="1541"/>
                  </a:lnTo>
                  <a:lnTo>
                    <a:pt x="11240" y="714"/>
                  </a:lnTo>
                  <a:cubicBezTo>
                    <a:pt x="11411" y="714"/>
                    <a:pt x="11468" y="529"/>
                    <a:pt x="11468" y="358"/>
                  </a:cubicBezTo>
                  <a:cubicBezTo>
                    <a:pt x="11468" y="172"/>
                    <a:pt x="11354" y="1"/>
                    <a:pt x="1111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15"/>
            <p:cNvSpPr/>
            <p:nvPr/>
          </p:nvSpPr>
          <p:spPr>
            <a:xfrm rot="-5400000">
              <a:off x="1622294" y="3989082"/>
              <a:ext cx="540413" cy="103655"/>
            </a:xfrm>
            <a:custGeom>
              <a:avLst/>
              <a:gdLst/>
              <a:ahLst/>
              <a:cxnLst/>
              <a:rect l="l" t="t" r="r" b="b"/>
              <a:pathLst>
                <a:path w="12424" h="2383" extrusionOk="0">
                  <a:moveTo>
                    <a:pt x="12067" y="1"/>
                  </a:moveTo>
                  <a:cubicBezTo>
                    <a:pt x="11896" y="1"/>
                    <a:pt x="11711" y="172"/>
                    <a:pt x="11711" y="358"/>
                  </a:cubicBezTo>
                  <a:cubicBezTo>
                    <a:pt x="11711" y="529"/>
                    <a:pt x="11825" y="714"/>
                    <a:pt x="11953" y="714"/>
                  </a:cubicBezTo>
                  <a:lnTo>
                    <a:pt x="11953" y="2140"/>
                  </a:lnTo>
                  <a:lnTo>
                    <a:pt x="1" y="2140"/>
                  </a:lnTo>
                  <a:lnTo>
                    <a:pt x="1" y="2383"/>
                  </a:lnTo>
                  <a:lnTo>
                    <a:pt x="12181" y="2383"/>
                  </a:lnTo>
                  <a:lnTo>
                    <a:pt x="12181" y="714"/>
                  </a:lnTo>
                  <a:cubicBezTo>
                    <a:pt x="12367" y="714"/>
                    <a:pt x="12424" y="529"/>
                    <a:pt x="12424" y="358"/>
                  </a:cubicBezTo>
                  <a:cubicBezTo>
                    <a:pt x="12424" y="172"/>
                    <a:pt x="12310" y="1"/>
                    <a:pt x="1206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4" name="Google Shape;404;p15"/>
            <p:cNvSpPr/>
            <p:nvPr/>
          </p:nvSpPr>
          <p:spPr>
            <a:xfrm rot="-5400000">
              <a:off x="1618271" y="3949043"/>
              <a:ext cx="584476" cy="139670"/>
            </a:xfrm>
            <a:custGeom>
              <a:avLst/>
              <a:gdLst/>
              <a:ahLst/>
              <a:cxnLst/>
              <a:rect l="l" t="t" r="r" b="b"/>
              <a:pathLst>
                <a:path w="13437" h="3211" extrusionOk="0">
                  <a:moveTo>
                    <a:pt x="13080" y="1"/>
                  </a:moveTo>
                  <a:cubicBezTo>
                    <a:pt x="12837" y="1"/>
                    <a:pt x="12666" y="172"/>
                    <a:pt x="12666" y="358"/>
                  </a:cubicBezTo>
                  <a:cubicBezTo>
                    <a:pt x="12666" y="529"/>
                    <a:pt x="12780" y="714"/>
                    <a:pt x="12966" y="714"/>
                  </a:cubicBezTo>
                  <a:lnTo>
                    <a:pt x="12966" y="2968"/>
                  </a:lnTo>
                  <a:lnTo>
                    <a:pt x="1" y="2968"/>
                  </a:lnTo>
                  <a:lnTo>
                    <a:pt x="1" y="3210"/>
                  </a:lnTo>
                  <a:lnTo>
                    <a:pt x="13194" y="3210"/>
                  </a:lnTo>
                  <a:lnTo>
                    <a:pt x="13194" y="714"/>
                  </a:lnTo>
                  <a:cubicBezTo>
                    <a:pt x="13322" y="714"/>
                    <a:pt x="13436" y="529"/>
                    <a:pt x="13436" y="358"/>
                  </a:cubicBezTo>
                  <a:cubicBezTo>
                    <a:pt x="13436" y="172"/>
                    <a:pt x="13251" y="1"/>
                    <a:pt x="1308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5" name="Google Shape;405;p15"/>
            <p:cNvSpPr/>
            <p:nvPr/>
          </p:nvSpPr>
          <p:spPr>
            <a:xfrm rot="-5400000">
              <a:off x="1336628" y="3980100"/>
              <a:ext cx="491391" cy="170641"/>
            </a:xfrm>
            <a:custGeom>
              <a:avLst/>
              <a:gdLst/>
              <a:ahLst/>
              <a:cxnLst/>
              <a:rect l="l" t="t" r="r" b="b"/>
              <a:pathLst>
                <a:path w="11297" h="3923" extrusionOk="0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1071705" y="3588601"/>
              <a:ext cx="1315930" cy="129101"/>
            </a:xfrm>
            <a:custGeom>
              <a:avLst/>
              <a:gdLst/>
              <a:ahLst/>
              <a:cxnLst/>
              <a:rect l="l" t="t" r="r" b="b"/>
              <a:pathLst>
                <a:path w="30253" h="2968" extrusionOk="0">
                  <a:moveTo>
                    <a:pt x="29839" y="1"/>
                  </a:moveTo>
                  <a:cubicBezTo>
                    <a:pt x="29725" y="1"/>
                    <a:pt x="29539" y="115"/>
                    <a:pt x="29482" y="229"/>
                  </a:cubicBezTo>
                  <a:lnTo>
                    <a:pt x="16760" y="229"/>
                  </a:lnTo>
                  <a:lnTo>
                    <a:pt x="14264" y="2725"/>
                  </a:lnTo>
                  <a:lnTo>
                    <a:pt x="1" y="2725"/>
                  </a:lnTo>
                  <a:lnTo>
                    <a:pt x="1" y="2967"/>
                  </a:lnTo>
                  <a:lnTo>
                    <a:pt x="14321" y="2967"/>
                  </a:lnTo>
                  <a:lnTo>
                    <a:pt x="16817" y="471"/>
                  </a:lnTo>
                  <a:lnTo>
                    <a:pt x="29482" y="471"/>
                  </a:lnTo>
                  <a:cubicBezTo>
                    <a:pt x="29539" y="642"/>
                    <a:pt x="29725" y="771"/>
                    <a:pt x="29839" y="771"/>
                  </a:cubicBezTo>
                  <a:cubicBezTo>
                    <a:pt x="30081" y="771"/>
                    <a:pt x="30252" y="585"/>
                    <a:pt x="30252" y="357"/>
                  </a:cubicBezTo>
                  <a:cubicBezTo>
                    <a:pt x="30252" y="172"/>
                    <a:pt x="30081" y="1"/>
                    <a:pt x="2983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1008135" y="3602585"/>
              <a:ext cx="1253859" cy="163203"/>
            </a:xfrm>
            <a:custGeom>
              <a:avLst/>
              <a:gdLst/>
              <a:ahLst/>
              <a:cxnLst/>
              <a:rect l="l" t="t" r="r" b="b"/>
              <a:pathLst>
                <a:path w="28826" h="3752" extrusionOk="0">
                  <a:moveTo>
                    <a:pt x="28469" y="0"/>
                  </a:moveTo>
                  <a:cubicBezTo>
                    <a:pt x="28298" y="0"/>
                    <a:pt x="28170" y="129"/>
                    <a:pt x="28113" y="300"/>
                  </a:cubicBezTo>
                  <a:lnTo>
                    <a:pt x="16588" y="300"/>
                  </a:lnTo>
                  <a:lnTo>
                    <a:pt x="13322" y="3509"/>
                  </a:lnTo>
                  <a:lnTo>
                    <a:pt x="1" y="3509"/>
                  </a:lnTo>
                  <a:lnTo>
                    <a:pt x="1" y="3751"/>
                  </a:lnTo>
                  <a:lnTo>
                    <a:pt x="13436" y="3751"/>
                  </a:lnTo>
                  <a:lnTo>
                    <a:pt x="16703" y="542"/>
                  </a:lnTo>
                  <a:lnTo>
                    <a:pt x="28113" y="542"/>
                  </a:lnTo>
                  <a:cubicBezTo>
                    <a:pt x="28170" y="656"/>
                    <a:pt x="28298" y="785"/>
                    <a:pt x="28469" y="785"/>
                  </a:cubicBezTo>
                  <a:cubicBezTo>
                    <a:pt x="28655" y="785"/>
                    <a:pt x="28826" y="599"/>
                    <a:pt x="28826" y="428"/>
                  </a:cubicBezTo>
                  <a:cubicBezTo>
                    <a:pt x="28826" y="186"/>
                    <a:pt x="28655" y="0"/>
                    <a:pt x="2846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911354" y="3681359"/>
              <a:ext cx="1109317" cy="150197"/>
            </a:xfrm>
            <a:custGeom>
              <a:avLst/>
              <a:gdLst/>
              <a:ahLst/>
              <a:cxnLst/>
              <a:rect l="l" t="t" r="r" b="b"/>
              <a:pathLst>
                <a:path w="25503" h="3453" extrusionOk="0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9" name="Google Shape;409;p15"/>
            <p:cNvSpPr/>
            <p:nvPr/>
          </p:nvSpPr>
          <p:spPr>
            <a:xfrm rot="-5400000">
              <a:off x="862332" y="3518809"/>
              <a:ext cx="1398445" cy="186169"/>
            </a:xfrm>
            <a:custGeom>
              <a:avLst/>
              <a:gdLst/>
              <a:ahLst/>
              <a:cxnLst/>
              <a:rect l="l" t="t" r="r" b="b"/>
              <a:pathLst>
                <a:path w="32150" h="4280" extrusionOk="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0" name="Google Shape;410;p15"/>
            <p:cNvSpPr/>
            <p:nvPr/>
          </p:nvSpPr>
          <p:spPr>
            <a:xfrm rot="-5400000">
              <a:off x="868857" y="3571876"/>
              <a:ext cx="1302881" cy="175599"/>
            </a:xfrm>
            <a:custGeom>
              <a:avLst/>
              <a:gdLst/>
              <a:ahLst/>
              <a:cxnLst/>
              <a:rect l="l" t="t" r="r" b="b"/>
              <a:pathLst>
                <a:path w="29953" h="4037" extrusionOk="0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1" name="Google Shape;411;p15"/>
          <p:cNvGrpSpPr/>
          <p:nvPr/>
        </p:nvGrpSpPr>
        <p:grpSpPr>
          <a:xfrm>
            <a:off x="7548076" y="3920250"/>
            <a:ext cx="882709" cy="3171055"/>
            <a:chOff x="8623429" y="2586962"/>
            <a:chExt cx="478381" cy="1718543"/>
          </a:xfrm>
        </p:grpSpPr>
        <p:sp>
          <p:nvSpPr>
            <p:cNvPr id="412" name="Google Shape;412;p15"/>
            <p:cNvSpPr/>
            <p:nvPr/>
          </p:nvSpPr>
          <p:spPr>
            <a:xfrm rot="-5400000">
              <a:off x="8267028" y="3481249"/>
              <a:ext cx="1527458" cy="121054"/>
            </a:xfrm>
            <a:custGeom>
              <a:avLst/>
              <a:gdLst/>
              <a:ahLst/>
              <a:cxnLst/>
              <a:rect l="l" t="t" r="r" b="b"/>
              <a:pathLst>
                <a:path w="35116" h="2783" extrusionOk="0">
                  <a:moveTo>
                    <a:pt x="18185" y="1"/>
                  </a:moveTo>
                  <a:lnTo>
                    <a:pt x="15917" y="2254"/>
                  </a:lnTo>
                  <a:lnTo>
                    <a:pt x="0" y="2254"/>
                  </a:lnTo>
                  <a:lnTo>
                    <a:pt x="0" y="2497"/>
                  </a:lnTo>
                  <a:lnTo>
                    <a:pt x="16046" y="2497"/>
                  </a:lnTo>
                  <a:lnTo>
                    <a:pt x="18299" y="229"/>
                  </a:lnTo>
                  <a:lnTo>
                    <a:pt x="22878" y="229"/>
                  </a:lnTo>
                  <a:lnTo>
                    <a:pt x="25131" y="2497"/>
                  </a:lnTo>
                  <a:lnTo>
                    <a:pt x="34402" y="2497"/>
                  </a:lnTo>
                  <a:cubicBezTo>
                    <a:pt x="34459" y="2668"/>
                    <a:pt x="34588" y="2782"/>
                    <a:pt x="34759" y="2782"/>
                  </a:cubicBezTo>
                  <a:cubicBezTo>
                    <a:pt x="35001" y="2782"/>
                    <a:pt x="35115" y="2611"/>
                    <a:pt x="35115" y="2368"/>
                  </a:cubicBezTo>
                  <a:cubicBezTo>
                    <a:pt x="35115" y="2197"/>
                    <a:pt x="35001" y="2012"/>
                    <a:pt x="34759" y="2012"/>
                  </a:cubicBezTo>
                  <a:cubicBezTo>
                    <a:pt x="34588" y="2012"/>
                    <a:pt x="34459" y="2140"/>
                    <a:pt x="34402" y="2254"/>
                  </a:cubicBezTo>
                  <a:lnTo>
                    <a:pt x="25245" y="2254"/>
                  </a:lnTo>
                  <a:lnTo>
                    <a:pt x="22935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15"/>
            <p:cNvSpPr/>
            <p:nvPr/>
          </p:nvSpPr>
          <p:spPr>
            <a:xfrm rot="-5400000">
              <a:off x="8122184" y="3470418"/>
              <a:ext cx="1506971" cy="163203"/>
            </a:xfrm>
            <a:custGeom>
              <a:avLst/>
              <a:gdLst/>
              <a:ahLst/>
              <a:cxnLst/>
              <a:rect l="l" t="t" r="r" b="b"/>
              <a:pathLst>
                <a:path w="34645" h="3752" extrusionOk="0">
                  <a:moveTo>
                    <a:pt x="14135" y="0"/>
                  </a:moveTo>
                  <a:lnTo>
                    <a:pt x="14135" y="3509"/>
                  </a:lnTo>
                  <a:lnTo>
                    <a:pt x="0" y="3509"/>
                  </a:lnTo>
                  <a:lnTo>
                    <a:pt x="0" y="3751"/>
                  </a:lnTo>
                  <a:lnTo>
                    <a:pt x="14377" y="3751"/>
                  </a:lnTo>
                  <a:lnTo>
                    <a:pt x="14377" y="243"/>
                  </a:lnTo>
                  <a:lnTo>
                    <a:pt x="24832" y="243"/>
                  </a:lnTo>
                  <a:lnTo>
                    <a:pt x="27684" y="3095"/>
                  </a:lnTo>
                  <a:lnTo>
                    <a:pt x="33874" y="3095"/>
                  </a:lnTo>
                  <a:cubicBezTo>
                    <a:pt x="33931" y="3209"/>
                    <a:pt x="34103" y="3338"/>
                    <a:pt x="34231" y="3338"/>
                  </a:cubicBezTo>
                  <a:cubicBezTo>
                    <a:pt x="34459" y="3338"/>
                    <a:pt x="34645" y="3152"/>
                    <a:pt x="34645" y="2910"/>
                  </a:cubicBezTo>
                  <a:cubicBezTo>
                    <a:pt x="34645" y="2739"/>
                    <a:pt x="34459" y="2553"/>
                    <a:pt x="34231" y="2553"/>
                  </a:cubicBezTo>
                  <a:cubicBezTo>
                    <a:pt x="34046" y="2553"/>
                    <a:pt x="33931" y="2682"/>
                    <a:pt x="33874" y="2853"/>
                  </a:cubicBezTo>
                  <a:lnTo>
                    <a:pt x="27741" y="2853"/>
                  </a:lnTo>
                  <a:lnTo>
                    <a:pt x="2496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15"/>
            <p:cNvSpPr/>
            <p:nvPr/>
          </p:nvSpPr>
          <p:spPr>
            <a:xfrm rot="-5400000">
              <a:off x="8039648" y="3426986"/>
              <a:ext cx="1578959" cy="178079"/>
            </a:xfrm>
            <a:custGeom>
              <a:avLst/>
              <a:gdLst/>
              <a:ahLst/>
              <a:cxnLst/>
              <a:rect l="l" t="t" r="r" b="b"/>
              <a:pathLst>
                <a:path w="36300" h="4094" extrusionOk="0">
                  <a:moveTo>
                    <a:pt x="13193" y="0"/>
                  </a:moveTo>
                  <a:lnTo>
                    <a:pt x="13193" y="3866"/>
                  </a:lnTo>
                  <a:lnTo>
                    <a:pt x="0" y="3866"/>
                  </a:lnTo>
                  <a:lnTo>
                    <a:pt x="0" y="4094"/>
                  </a:lnTo>
                  <a:lnTo>
                    <a:pt x="13421" y="4094"/>
                  </a:lnTo>
                  <a:lnTo>
                    <a:pt x="13421" y="228"/>
                  </a:lnTo>
                  <a:lnTo>
                    <a:pt x="25488" y="228"/>
                  </a:lnTo>
                  <a:lnTo>
                    <a:pt x="28397" y="3152"/>
                  </a:lnTo>
                  <a:lnTo>
                    <a:pt x="35586" y="3152"/>
                  </a:lnTo>
                  <a:cubicBezTo>
                    <a:pt x="35657" y="3266"/>
                    <a:pt x="35771" y="3381"/>
                    <a:pt x="35942" y="3381"/>
                  </a:cubicBezTo>
                  <a:cubicBezTo>
                    <a:pt x="36185" y="3381"/>
                    <a:pt x="36299" y="3266"/>
                    <a:pt x="36299" y="3024"/>
                  </a:cubicBezTo>
                  <a:cubicBezTo>
                    <a:pt x="36299" y="2853"/>
                    <a:pt x="36185" y="2667"/>
                    <a:pt x="35942" y="2667"/>
                  </a:cubicBezTo>
                  <a:cubicBezTo>
                    <a:pt x="35771" y="2667"/>
                    <a:pt x="35657" y="2724"/>
                    <a:pt x="35586" y="2910"/>
                  </a:cubicBezTo>
                  <a:lnTo>
                    <a:pt x="28454" y="2910"/>
                  </a:lnTo>
                  <a:lnTo>
                    <a:pt x="2560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15"/>
            <p:cNvSpPr/>
            <p:nvPr/>
          </p:nvSpPr>
          <p:spPr>
            <a:xfrm rot="-5400000">
              <a:off x="8073163" y="3501432"/>
              <a:ext cx="1413930" cy="194216"/>
            </a:xfrm>
            <a:custGeom>
              <a:avLst/>
              <a:gdLst/>
              <a:ahLst/>
              <a:cxnLst/>
              <a:rect l="l" t="t" r="r" b="b"/>
              <a:pathLst>
                <a:path w="32506" h="4465" extrusionOk="0">
                  <a:moveTo>
                    <a:pt x="12238" y="0"/>
                  </a:moveTo>
                  <a:lnTo>
                    <a:pt x="12238" y="4222"/>
                  </a:lnTo>
                  <a:lnTo>
                    <a:pt x="0" y="4222"/>
                  </a:lnTo>
                  <a:lnTo>
                    <a:pt x="0" y="4464"/>
                  </a:lnTo>
                  <a:lnTo>
                    <a:pt x="12480" y="4464"/>
                  </a:lnTo>
                  <a:lnTo>
                    <a:pt x="12480" y="243"/>
                  </a:lnTo>
                  <a:lnTo>
                    <a:pt x="26258" y="243"/>
                  </a:lnTo>
                  <a:lnTo>
                    <a:pt x="29353" y="3323"/>
                  </a:lnTo>
                  <a:lnTo>
                    <a:pt x="31792" y="3323"/>
                  </a:lnTo>
                  <a:cubicBezTo>
                    <a:pt x="31849" y="3452"/>
                    <a:pt x="31963" y="3566"/>
                    <a:pt x="32149" y="3566"/>
                  </a:cubicBezTo>
                  <a:cubicBezTo>
                    <a:pt x="32377" y="3566"/>
                    <a:pt x="32505" y="3395"/>
                    <a:pt x="32505" y="3209"/>
                  </a:cubicBezTo>
                  <a:cubicBezTo>
                    <a:pt x="32505" y="2967"/>
                    <a:pt x="32377" y="2796"/>
                    <a:pt x="32149" y="2796"/>
                  </a:cubicBezTo>
                  <a:cubicBezTo>
                    <a:pt x="31963" y="2796"/>
                    <a:pt x="31849" y="2910"/>
                    <a:pt x="31792" y="3095"/>
                  </a:cubicBezTo>
                  <a:lnTo>
                    <a:pt x="29467" y="3095"/>
                  </a:lnTo>
                  <a:lnTo>
                    <a:pt x="2638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15"/>
            <p:cNvSpPr/>
            <p:nvPr/>
          </p:nvSpPr>
          <p:spPr>
            <a:xfrm rot="-5400000">
              <a:off x="8472362" y="4017291"/>
              <a:ext cx="439281" cy="137148"/>
            </a:xfrm>
            <a:custGeom>
              <a:avLst/>
              <a:gdLst/>
              <a:ahLst/>
              <a:cxnLst/>
              <a:rect l="l" t="t" r="r" b="b"/>
              <a:pathLst>
                <a:path w="10099" h="3153" extrusionOk="0">
                  <a:moveTo>
                    <a:pt x="9742" y="1"/>
                  </a:moveTo>
                  <a:cubicBezTo>
                    <a:pt x="9499" y="1"/>
                    <a:pt x="9328" y="186"/>
                    <a:pt x="9328" y="357"/>
                  </a:cubicBezTo>
                  <a:cubicBezTo>
                    <a:pt x="9328" y="543"/>
                    <a:pt x="9442" y="714"/>
                    <a:pt x="9628" y="714"/>
                  </a:cubicBezTo>
                  <a:lnTo>
                    <a:pt x="9628" y="2910"/>
                  </a:lnTo>
                  <a:lnTo>
                    <a:pt x="0" y="2910"/>
                  </a:lnTo>
                  <a:lnTo>
                    <a:pt x="0" y="3153"/>
                  </a:lnTo>
                  <a:lnTo>
                    <a:pt x="9856" y="3153"/>
                  </a:lnTo>
                  <a:lnTo>
                    <a:pt x="9856" y="714"/>
                  </a:lnTo>
                  <a:cubicBezTo>
                    <a:pt x="9984" y="714"/>
                    <a:pt x="10098" y="543"/>
                    <a:pt x="10098" y="357"/>
                  </a:cubicBezTo>
                  <a:cubicBezTo>
                    <a:pt x="10098" y="186"/>
                    <a:pt x="9913" y="1"/>
                    <a:pt x="974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15"/>
            <p:cNvSpPr/>
            <p:nvPr/>
          </p:nvSpPr>
          <p:spPr>
            <a:xfrm rot="-5400000">
              <a:off x="8472688" y="3978513"/>
              <a:ext cx="477733" cy="176252"/>
            </a:xfrm>
            <a:custGeom>
              <a:avLst/>
              <a:gdLst/>
              <a:ahLst/>
              <a:cxnLst/>
              <a:rect l="l" t="t" r="r" b="b"/>
              <a:pathLst>
                <a:path w="10983" h="4052" extrusionOk="0">
                  <a:moveTo>
                    <a:pt x="10569" y="1"/>
                  </a:moveTo>
                  <a:cubicBezTo>
                    <a:pt x="10398" y="1"/>
                    <a:pt x="10212" y="186"/>
                    <a:pt x="10212" y="357"/>
                  </a:cubicBezTo>
                  <a:cubicBezTo>
                    <a:pt x="10212" y="543"/>
                    <a:pt x="10341" y="714"/>
                    <a:pt x="10455" y="714"/>
                  </a:cubicBezTo>
                  <a:lnTo>
                    <a:pt x="10455" y="3809"/>
                  </a:lnTo>
                  <a:lnTo>
                    <a:pt x="0" y="3809"/>
                  </a:lnTo>
                  <a:lnTo>
                    <a:pt x="0" y="4052"/>
                  </a:lnTo>
                  <a:lnTo>
                    <a:pt x="10697" y="4052"/>
                  </a:lnTo>
                  <a:lnTo>
                    <a:pt x="10697" y="714"/>
                  </a:lnTo>
                  <a:cubicBezTo>
                    <a:pt x="10868" y="714"/>
                    <a:pt x="10983" y="543"/>
                    <a:pt x="10983" y="357"/>
                  </a:cubicBezTo>
                  <a:cubicBezTo>
                    <a:pt x="10983" y="186"/>
                    <a:pt x="10811" y="1"/>
                    <a:pt x="1056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8" name="Google Shape;418;p15"/>
            <p:cNvSpPr/>
            <p:nvPr/>
          </p:nvSpPr>
          <p:spPr>
            <a:xfrm rot="-5400000">
              <a:off x="8182970" y="3430727"/>
              <a:ext cx="1620499" cy="129057"/>
            </a:xfrm>
            <a:custGeom>
              <a:avLst/>
              <a:gdLst/>
              <a:ahLst/>
              <a:cxnLst/>
              <a:rect l="l" t="t" r="r" b="b"/>
              <a:pathLst>
                <a:path w="37255" h="2967" extrusionOk="0">
                  <a:moveTo>
                    <a:pt x="17700" y="0"/>
                  </a:moveTo>
                  <a:lnTo>
                    <a:pt x="15261" y="2382"/>
                  </a:lnTo>
                  <a:lnTo>
                    <a:pt x="0" y="2382"/>
                  </a:lnTo>
                  <a:lnTo>
                    <a:pt x="0" y="2610"/>
                  </a:lnTo>
                  <a:lnTo>
                    <a:pt x="15390" y="2610"/>
                  </a:lnTo>
                  <a:lnTo>
                    <a:pt x="17829" y="243"/>
                  </a:lnTo>
                  <a:lnTo>
                    <a:pt x="23462" y="243"/>
                  </a:lnTo>
                  <a:lnTo>
                    <a:pt x="26030" y="2739"/>
                  </a:lnTo>
                  <a:lnTo>
                    <a:pt x="36484" y="2739"/>
                  </a:lnTo>
                  <a:cubicBezTo>
                    <a:pt x="36542" y="2910"/>
                    <a:pt x="36727" y="2967"/>
                    <a:pt x="36841" y="2967"/>
                  </a:cubicBezTo>
                  <a:cubicBezTo>
                    <a:pt x="37084" y="2967"/>
                    <a:pt x="37255" y="2853"/>
                    <a:pt x="37255" y="2610"/>
                  </a:cubicBezTo>
                  <a:cubicBezTo>
                    <a:pt x="37255" y="2382"/>
                    <a:pt x="37084" y="2254"/>
                    <a:pt x="36841" y="2254"/>
                  </a:cubicBezTo>
                  <a:cubicBezTo>
                    <a:pt x="36727" y="2254"/>
                    <a:pt x="36542" y="2311"/>
                    <a:pt x="36484" y="2496"/>
                  </a:cubicBezTo>
                  <a:lnTo>
                    <a:pt x="26087" y="2496"/>
                  </a:lnTo>
                  <a:lnTo>
                    <a:pt x="23591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9" name="Google Shape;419;p15"/>
            <p:cNvSpPr/>
            <p:nvPr/>
          </p:nvSpPr>
          <p:spPr>
            <a:xfrm rot="-5400000">
              <a:off x="8089908" y="3371157"/>
              <a:ext cx="1718543" cy="150153"/>
            </a:xfrm>
            <a:custGeom>
              <a:avLst/>
              <a:gdLst/>
              <a:ahLst/>
              <a:cxnLst/>
              <a:rect l="l" t="t" r="r" b="b"/>
              <a:pathLst>
                <a:path w="39509" h="3452" extrusionOk="0">
                  <a:moveTo>
                    <a:pt x="17344" y="0"/>
                  </a:moveTo>
                  <a:lnTo>
                    <a:pt x="14620" y="2681"/>
                  </a:lnTo>
                  <a:lnTo>
                    <a:pt x="0" y="2681"/>
                  </a:lnTo>
                  <a:lnTo>
                    <a:pt x="0" y="2924"/>
                  </a:lnTo>
                  <a:lnTo>
                    <a:pt x="14734" y="2924"/>
                  </a:lnTo>
                  <a:lnTo>
                    <a:pt x="17401" y="243"/>
                  </a:lnTo>
                  <a:lnTo>
                    <a:pt x="24062" y="243"/>
                  </a:lnTo>
                  <a:lnTo>
                    <a:pt x="27028" y="3152"/>
                  </a:lnTo>
                  <a:lnTo>
                    <a:pt x="38738" y="3152"/>
                  </a:lnTo>
                  <a:cubicBezTo>
                    <a:pt x="38795" y="3338"/>
                    <a:pt x="38980" y="3452"/>
                    <a:pt x="39095" y="3452"/>
                  </a:cubicBezTo>
                  <a:cubicBezTo>
                    <a:pt x="39337" y="3452"/>
                    <a:pt x="39508" y="3281"/>
                    <a:pt x="39508" y="3038"/>
                  </a:cubicBezTo>
                  <a:cubicBezTo>
                    <a:pt x="39508" y="2853"/>
                    <a:pt x="39337" y="2681"/>
                    <a:pt x="39095" y="2681"/>
                  </a:cubicBezTo>
                  <a:cubicBezTo>
                    <a:pt x="38980" y="2681"/>
                    <a:pt x="38795" y="2796"/>
                    <a:pt x="38738" y="2924"/>
                  </a:cubicBezTo>
                  <a:lnTo>
                    <a:pt x="27157" y="2924"/>
                  </a:lnTo>
                  <a:lnTo>
                    <a:pt x="24176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15"/>
            <p:cNvSpPr/>
            <p:nvPr/>
          </p:nvSpPr>
          <p:spPr>
            <a:xfrm rot="-5400000">
              <a:off x="8069444" y="3539297"/>
              <a:ext cx="1330763" cy="201654"/>
            </a:xfrm>
            <a:custGeom>
              <a:avLst/>
              <a:gdLst/>
              <a:ahLst/>
              <a:cxnLst/>
              <a:rect l="l" t="t" r="r" b="b"/>
              <a:pathLst>
                <a:path w="30594" h="4636" extrusionOk="0">
                  <a:moveTo>
                    <a:pt x="11282" y="0"/>
                  </a:moveTo>
                  <a:lnTo>
                    <a:pt x="11282" y="4393"/>
                  </a:lnTo>
                  <a:lnTo>
                    <a:pt x="0" y="4393"/>
                  </a:lnTo>
                  <a:lnTo>
                    <a:pt x="0" y="4636"/>
                  </a:lnTo>
                  <a:lnTo>
                    <a:pt x="11524" y="4636"/>
                  </a:lnTo>
                  <a:lnTo>
                    <a:pt x="11524" y="243"/>
                  </a:lnTo>
                  <a:lnTo>
                    <a:pt x="26914" y="243"/>
                  </a:lnTo>
                  <a:lnTo>
                    <a:pt x="29881" y="3152"/>
                  </a:lnTo>
                  <a:cubicBezTo>
                    <a:pt x="29824" y="3209"/>
                    <a:pt x="29824" y="3267"/>
                    <a:pt x="29824" y="3324"/>
                  </a:cubicBezTo>
                  <a:cubicBezTo>
                    <a:pt x="29824" y="3566"/>
                    <a:pt x="30009" y="3737"/>
                    <a:pt x="30180" y="3737"/>
                  </a:cubicBezTo>
                  <a:cubicBezTo>
                    <a:pt x="30423" y="3737"/>
                    <a:pt x="30594" y="3566"/>
                    <a:pt x="30594" y="3324"/>
                  </a:cubicBezTo>
                  <a:cubicBezTo>
                    <a:pt x="30594" y="3152"/>
                    <a:pt x="30423" y="2967"/>
                    <a:pt x="30180" y="2967"/>
                  </a:cubicBezTo>
                  <a:cubicBezTo>
                    <a:pt x="30123" y="2967"/>
                    <a:pt x="30123" y="2967"/>
                    <a:pt x="30066" y="3024"/>
                  </a:cubicBezTo>
                  <a:lnTo>
                    <a:pt x="2702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15"/>
            <p:cNvSpPr/>
            <p:nvPr/>
          </p:nvSpPr>
          <p:spPr>
            <a:xfrm rot="-5400000">
              <a:off x="8940152" y="3389472"/>
              <a:ext cx="230232" cy="93085"/>
            </a:xfrm>
            <a:custGeom>
              <a:avLst/>
              <a:gdLst/>
              <a:ahLst/>
              <a:cxnLst/>
              <a:rect l="l" t="t" r="r" b="b"/>
              <a:pathLst>
                <a:path w="5293" h="2140" extrusionOk="0">
                  <a:moveTo>
                    <a:pt x="4879" y="0"/>
                  </a:moveTo>
                  <a:cubicBezTo>
                    <a:pt x="4765" y="0"/>
                    <a:pt x="4579" y="114"/>
                    <a:pt x="4522" y="243"/>
                  </a:cubicBezTo>
                  <a:lnTo>
                    <a:pt x="1912" y="243"/>
                  </a:lnTo>
                  <a:lnTo>
                    <a:pt x="1" y="2140"/>
                  </a:lnTo>
                  <a:lnTo>
                    <a:pt x="357" y="2140"/>
                  </a:lnTo>
                  <a:lnTo>
                    <a:pt x="2026" y="471"/>
                  </a:lnTo>
                  <a:lnTo>
                    <a:pt x="4522" y="471"/>
                  </a:lnTo>
                  <a:cubicBezTo>
                    <a:pt x="4579" y="656"/>
                    <a:pt x="4765" y="770"/>
                    <a:pt x="4879" y="770"/>
                  </a:cubicBezTo>
                  <a:cubicBezTo>
                    <a:pt x="5121" y="770"/>
                    <a:pt x="5292" y="599"/>
                    <a:pt x="5292" y="357"/>
                  </a:cubicBezTo>
                  <a:cubicBezTo>
                    <a:pt x="5292" y="186"/>
                    <a:pt x="5121" y="0"/>
                    <a:pt x="487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15"/>
            <p:cNvSpPr/>
            <p:nvPr/>
          </p:nvSpPr>
          <p:spPr>
            <a:xfrm rot="-5400000">
              <a:off x="8976450" y="3345735"/>
              <a:ext cx="196696" cy="54024"/>
            </a:xfrm>
            <a:custGeom>
              <a:avLst/>
              <a:gdLst/>
              <a:ahLst/>
              <a:cxnLst/>
              <a:rect l="l" t="t" r="r" b="b"/>
              <a:pathLst>
                <a:path w="4522" h="1242" extrusionOk="0">
                  <a:moveTo>
                    <a:pt x="4165" y="1"/>
                  </a:moveTo>
                  <a:cubicBezTo>
                    <a:pt x="3994" y="1"/>
                    <a:pt x="3866" y="115"/>
                    <a:pt x="3809" y="229"/>
                  </a:cubicBezTo>
                  <a:lnTo>
                    <a:pt x="1013" y="229"/>
                  </a:lnTo>
                  <a:lnTo>
                    <a:pt x="1" y="1242"/>
                  </a:lnTo>
                  <a:lnTo>
                    <a:pt x="357" y="1242"/>
                  </a:lnTo>
                  <a:lnTo>
                    <a:pt x="1142" y="471"/>
                  </a:lnTo>
                  <a:lnTo>
                    <a:pt x="3809" y="471"/>
                  </a:lnTo>
                  <a:cubicBezTo>
                    <a:pt x="3866" y="642"/>
                    <a:pt x="3994" y="771"/>
                    <a:pt x="4165" y="771"/>
                  </a:cubicBezTo>
                  <a:cubicBezTo>
                    <a:pt x="4351" y="771"/>
                    <a:pt x="4522" y="585"/>
                    <a:pt x="4522" y="357"/>
                  </a:cubicBezTo>
                  <a:cubicBezTo>
                    <a:pt x="4522" y="172"/>
                    <a:pt x="4351" y="1"/>
                    <a:pt x="4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1885691" y="4025467"/>
            <a:ext cx="771581" cy="2505661"/>
            <a:chOff x="6278982" y="2751992"/>
            <a:chExt cx="478381" cy="1553513"/>
          </a:xfrm>
        </p:grpSpPr>
        <p:sp>
          <p:nvSpPr>
            <p:cNvPr id="424" name="Google Shape;424;p15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avLst/>
              <a:gdLst/>
              <a:ahLst/>
              <a:cxnLst/>
              <a:rect l="l" t="t" r="r" b="b"/>
              <a:pathLst>
                <a:path w="24362" h="1613" extrusionOk="0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5" name="Google Shape;425;p15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avLst/>
              <a:gdLst/>
              <a:ahLst/>
              <a:cxnLst/>
              <a:rect l="l" t="t" r="r" b="b"/>
              <a:pathLst>
                <a:path w="30480" h="1613" extrusionOk="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6" name="Google Shape;426;p15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avLst/>
              <a:gdLst/>
              <a:ahLst/>
              <a:cxnLst/>
              <a:rect l="l" t="t" r="r" b="b"/>
              <a:pathLst>
                <a:path w="27927" h="1484" extrusionOk="0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15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avLst/>
              <a:gdLst/>
              <a:ahLst/>
              <a:cxnLst/>
              <a:rect l="l" t="t" r="r" b="b"/>
              <a:pathLst>
                <a:path w="29411" h="2140" extrusionOk="0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15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avLst/>
              <a:gdLst/>
              <a:ahLst/>
              <a:cxnLst/>
              <a:rect l="l" t="t" r="r" b="b"/>
              <a:pathLst>
                <a:path w="31607" h="2440" extrusionOk="0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15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avLst/>
              <a:gdLst/>
              <a:ahLst/>
              <a:cxnLst/>
              <a:rect l="l" t="t" r="r" b="b"/>
              <a:pathLst>
                <a:path w="35715" h="2854" extrusionOk="0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15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avLst/>
              <a:gdLst/>
              <a:ahLst/>
              <a:cxnLst/>
              <a:rect l="l" t="t" r="r" b="b"/>
              <a:pathLst>
                <a:path w="25731" h="3267" extrusionOk="0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15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avLst/>
              <a:gdLst/>
              <a:ahLst/>
              <a:cxnLst/>
              <a:rect l="l" t="t" r="r" b="b"/>
              <a:pathLst>
                <a:path w="14263" h="772" extrusionOk="0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15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avLst/>
              <a:gdLst/>
              <a:ahLst/>
              <a:cxnLst/>
              <a:rect l="l" t="t" r="r" b="b"/>
              <a:pathLst>
                <a:path w="33575" h="1428" extrusionOk="0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33" name="Google Shape;433;p15"/>
          <p:cNvGrpSpPr/>
          <p:nvPr/>
        </p:nvGrpSpPr>
        <p:grpSpPr>
          <a:xfrm>
            <a:off x="2771212" y="4251934"/>
            <a:ext cx="708512" cy="2313501"/>
            <a:chOff x="6961407" y="2871131"/>
            <a:chExt cx="439278" cy="1434374"/>
          </a:xfrm>
        </p:grpSpPr>
        <p:sp>
          <p:nvSpPr>
            <p:cNvPr id="434" name="Google Shape;434;p15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avLst/>
              <a:gdLst/>
              <a:ahLst/>
              <a:cxnLst/>
              <a:rect l="l" t="t" r="r" b="b"/>
              <a:pathLst>
                <a:path w="31607" h="3024" extrusionOk="0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5" name="Google Shape;435;p15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avLst/>
              <a:gdLst/>
              <a:ahLst/>
              <a:cxnLst/>
              <a:rect l="l" t="t" r="r" b="b"/>
              <a:pathLst>
                <a:path w="28284" h="3324" extrusionOk="0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6" name="Google Shape;436;p15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avLst/>
              <a:gdLst/>
              <a:ahLst/>
              <a:cxnLst/>
              <a:rect l="l" t="t" r="r" b="b"/>
              <a:pathLst>
                <a:path w="32976" h="3495" extrusionOk="0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7" name="Google Shape;437;p15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avLst/>
              <a:gdLst/>
              <a:ahLst/>
              <a:cxnLst/>
              <a:rect l="l" t="t" r="r" b="b"/>
              <a:pathLst>
                <a:path w="25246" h="3923" extrusionOk="0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8" name="Google Shape;438;p15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avLst/>
              <a:gdLst/>
              <a:ahLst/>
              <a:cxnLst/>
              <a:rect l="l" t="t" r="r" b="b"/>
              <a:pathLst>
                <a:path w="29525" h="3738" extrusionOk="0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9" name="Google Shape;439;p15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avLst/>
              <a:gdLst/>
              <a:ahLst/>
              <a:cxnLst/>
              <a:rect l="l" t="t" r="r" b="b"/>
              <a:pathLst>
                <a:path w="21923" h="3980" extrusionOk="0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0" name="Google Shape;440;p15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avLst/>
              <a:gdLst/>
              <a:ahLst/>
              <a:cxnLst/>
              <a:rect l="l" t="t" r="r" b="b"/>
              <a:pathLst>
                <a:path w="24362" h="3923" extrusionOk="0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1" name="Google Shape;441;p15"/>
          <p:cNvGrpSpPr/>
          <p:nvPr/>
        </p:nvGrpSpPr>
        <p:grpSpPr>
          <a:xfrm>
            <a:off x="6864701" y="3920254"/>
            <a:ext cx="633516" cy="2217456"/>
            <a:chOff x="7780935" y="2930680"/>
            <a:chExt cx="392780" cy="1374825"/>
          </a:xfrm>
        </p:grpSpPr>
        <p:sp>
          <p:nvSpPr>
            <p:cNvPr id="442" name="Google Shape;442;p15"/>
            <p:cNvSpPr/>
            <p:nvPr/>
          </p:nvSpPr>
          <p:spPr>
            <a:xfrm rot="-5400000">
              <a:off x="7866274" y="3998065"/>
              <a:ext cx="449808" cy="165073"/>
            </a:xfrm>
            <a:custGeom>
              <a:avLst/>
              <a:gdLst/>
              <a:ahLst/>
              <a:cxnLst/>
              <a:rect l="l" t="t" r="r" b="b"/>
              <a:pathLst>
                <a:path w="10341" h="3795" extrusionOk="0">
                  <a:moveTo>
                    <a:pt x="0" y="0"/>
                  </a:moveTo>
                  <a:lnTo>
                    <a:pt x="0" y="229"/>
                  </a:lnTo>
                  <a:lnTo>
                    <a:pt x="9856" y="229"/>
                  </a:lnTo>
                  <a:lnTo>
                    <a:pt x="9856" y="3081"/>
                  </a:lnTo>
                  <a:cubicBezTo>
                    <a:pt x="9685" y="3081"/>
                    <a:pt x="9556" y="3267"/>
                    <a:pt x="9556" y="3438"/>
                  </a:cubicBezTo>
                  <a:cubicBezTo>
                    <a:pt x="9556" y="3623"/>
                    <a:pt x="9742" y="3794"/>
                    <a:pt x="9984" y="3794"/>
                  </a:cubicBezTo>
                  <a:cubicBezTo>
                    <a:pt x="10155" y="3794"/>
                    <a:pt x="10341" y="3623"/>
                    <a:pt x="10341" y="3438"/>
                  </a:cubicBezTo>
                  <a:cubicBezTo>
                    <a:pt x="10341" y="3267"/>
                    <a:pt x="10212" y="3081"/>
                    <a:pt x="10098" y="3081"/>
                  </a:cubicBezTo>
                  <a:lnTo>
                    <a:pt x="1009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3" name="Google Shape;443;p15"/>
            <p:cNvSpPr/>
            <p:nvPr/>
          </p:nvSpPr>
          <p:spPr>
            <a:xfrm rot="-5400000">
              <a:off x="7822212" y="3954002"/>
              <a:ext cx="498829" cy="204177"/>
            </a:xfrm>
            <a:custGeom>
              <a:avLst/>
              <a:gdLst/>
              <a:ahLst/>
              <a:cxnLst/>
              <a:rect l="l" t="t" r="r" b="b"/>
              <a:pathLst>
                <a:path w="11468" h="4694" extrusionOk="0">
                  <a:moveTo>
                    <a:pt x="0" y="1"/>
                  </a:moveTo>
                  <a:lnTo>
                    <a:pt x="0" y="243"/>
                  </a:lnTo>
                  <a:lnTo>
                    <a:pt x="10925" y="243"/>
                  </a:lnTo>
                  <a:lnTo>
                    <a:pt x="10925" y="3980"/>
                  </a:lnTo>
                  <a:cubicBezTo>
                    <a:pt x="10811" y="3980"/>
                    <a:pt x="10697" y="4166"/>
                    <a:pt x="10697" y="4337"/>
                  </a:cubicBezTo>
                  <a:cubicBezTo>
                    <a:pt x="10697" y="4522"/>
                    <a:pt x="10868" y="4693"/>
                    <a:pt x="11054" y="4693"/>
                  </a:cubicBezTo>
                  <a:cubicBezTo>
                    <a:pt x="11282" y="4693"/>
                    <a:pt x="11467" y="4522"/>
                    <a:pt x="11467" y="4337"/>
                  </a:cubicBezTo>
                  <a:cubicBezTo>
                    <a:pt x="11467" y="4166"/>
                    <a:pt x="11339" y="3980"/>
                    <a:pt x="11168" y="3980"/>
                  </a:cubicBezTo>
                  <a:lnTo>
                    <a:pt x="1116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4" name="Google Shape;444;p15"/>
            <p:cNvSpPr/>
            <p:nvPr/>
          </p:nvSpPr>
          <p:spPr>
            <a:xfrm rot="-5400000">
              <a:off x="7418033" y="3559740"/>
              <a:ext cx="1266256" cy="225274"/>
            </a:xfrm>
            <a:custGeom>
              <a:avLst/>
              <a:gdLst/>
              <a:ahLst/>
              <a:cxnLst/>
              <a:rect l="l" t="t" r="r" b="b"/>
              <a:pathLst>
                <a:path w="29111" h="5179" extrusionOk="0">
                  <a:moveTo>
                    <a:pt x="0" y="1"/>
                  </a:moveTo>
                  <a:lnTo>
                    <a:pt x="0" y="243"/>
                  </a:lnTo>
                  <a:lnTo>
                    <a:pt x="11995" y="243"/>
                  </a:lnTo>
                  <a:lnTo>
                    <a:pt x="11995" y="5178"/>
                  </a:lnTo>
                  <a:lnTo>
                    <a:pt x="16631" y="5178"/>
                  </a:lnTo>
                  <a:lnTo>
                    <a:pt x="20909" y="828"/>
                  </a:lnTo>
                  <a:lnTo>
                    <a:pt x="28340" y="828"/>
                  </a:lnTo>
                  <a:cubicBezTo>
                    <a:pt x="28397" y="1013"/>
                    <a:pt x="28526" y="1127"/>
                    <a:pt x="28697" y="1127"/>
                  </a:cubicBezTo>
                  <a:cubicBezTo>
                    <a:pt x="28939" y="1127"/>
                    <a:pt x="29111" y="956"/>
                    <a:pt x="29111" y="714"/>
                  </a:cubicBezTo>
                  <a:cubicBezTo>
                    <a:pt x="29111" y="543"/>
                    <a:pt x="28939" y="357"/>
                    <a:pt x="28697" y="357"/>
                  </a:cubicBezTo>
                  <a:cubicBezTo>
                    <a:pt x="28583" y="357"/>
                    <a:pt x="28397" y="471"/>
                    <a:pt x="28340" y="600"/>
                  </a:cubicBezTo>
                  <a:lnTo>
                    <a:pt x="20852" y="600"/>
                  </a:lnTo>
                  <a:lnTo>
                    <a:pt x="16516" y="4936"/>
                  </a:lnTo>
                  <a:lnTo>
                    <a:pt x="12238" y="4936"/>
                  </a:lnTo>
                  <a:lnTo>
                    <a:pt x="12238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5" name="Google Shape;445;p15"/>
            <p:cNvSpPr/>
            <p:nvPr/>
          </p:nvSpPr>
          <p:spPr>
            <a:xfrm rot="-5400000">
              <a:off x="7317206" y="3505455"/>
              <a:ext cx="1374825" cy="225274"/>
            </a:xfrm>
            <a:custGeom>
              <a:avLst/>
              <a:gdLst/>
              <a:ahLst/>
              <a:cxnLst/>
              <a:rect l="l" t="t" r="r" b="b"/>
              <a:pathLst>
                <a:path w="31607" h="5179" extrusionOk="0">
                  <a:moveTo>
                    <a:pt x="0" y="1"/>
                  </a:moveTo>
                  <a:lnTo>
                    <a:pt x="0" y="243"/>
                  </a:lnTo>
                  <a:lnTo>
                    <a:pt x="13065" y="243"/>
                  </a:lnTo>
                  <a:lnTo>
                    <a:pt x="13065" y="5178"/>
                  </a:lnTo>
                  <a:lnTo>
                    <a:pt x="15917" y="5178"/>
                  </a:lnTo>
                  <a:lnTo>
                    <a:pt x="20382" y="714"/>
                  </a:lnTo>
                  <a:lnTo>
                    <a:pt x="30836" y="714"/>
                  </a:lnTo>
                  <a:cubicBezTo>
                    <a:pt x="30893" y="900"/>
                    <a:pt x="31022" y="1014"/>
                    <a:pt x="31193" y="1014"/>
                  </a:cubicBezTo>
                  <a:cubicBezTo>
                    <a:pt x="31435" y="1014"/>
                    <a:pt x="31607" y="828"/>
                    <a:pt x="31607" y="600"/>
                  </a:cubicBezTo>
                  <a:cubicBezTo>
                    <a:pt x="31607" y="415"/>
                    <a:pt x="31435" y="243"/>
                    <a:pt x="31193" y="243"/>
                  </a:cubicBezTo>
                  <a:cubicBezTo>
                    <a:pt x="31079" y="243"/>
                    <a:pt x="30893" y="358"/>
                    <a:pt x="30836" y="472"/>
                  </a:cubicBezTo>
                  <a:lnTo>
                    <a:pt x="20253" y="472"/>
                  </a:lnTo>
                  <a:lnTo>
                    <a:pt x="15803" y="4936"/>
                  </a:lnTo>
                  <a:lnTo>
                    <a:pt x="13307" y="4936"/>
                  </a:lnTo>
                  <a:lnTo>
                    <a:pt x="133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6" name="Google Shape;446;p15"/>
            <p:cNvSpPr/>
            <p:nvPr/>
          </p:nvSpPr>
          <p:spPr>
            <a:xfrm rot="-5400000">
              <a:off x="7374298" y="3624573"/>
              <a:ext cx="1144680" cy="217183"/>
            </a:xfrm>
            <a:custGeom>
              <a:avLst/>
              <a:gdLst/>
              <a:ahLst/>
              <a:cxnLst/>
              <a:rect l="l" t="t" r="r" b="b"/>
              <a:pathLst>
                <a:path w="26316" h="4993" extrusionOk="0">
                  <a:moveTo>
                    <a:pt x="25901" y="0"/>
                  </a:moveTo>
                  <a:cubicBezTo>
                    <a:pt x="25730" y="0"/>
                    <a:pt x="25602" y="114"/>
                    <a:pt x="25545" y="228"/>
                  </a:cubicBezTo>
                  <a:lnTo>
                    <a:pt x="20253" y="228"/>
                  </a:lnTo>
                  <a:lnTo>
                    <a:pt x="15689" y="4750"/>
                  </a:lnTo>
                  <a:lnTo>
                    <a:pt x="14491" y="4750"/>
                  </a:lnTo>
                  <a:lnTo>
                    <a:pt x="14491" y="171"/>
                  </a:lnTo>
                  <a:lnTo>
                    <a:pt x="0" y="171"/>
                  </a:lnTo>
                  <a:lnTo>
                    <a:pt x="0" y="414"/>
                  </a:lnTo>
                  <a:lnTo>
                    <a:pt x="14263" y="414"/>
                  </a:lnTo>
                  <a:lnTo>
                    <a:pt x="14263" y="4992"/>
                  </a:lnTo>
                  <a:lnTo>
                    <a:pt x="15803" y="4992"/>
                  </a:lnTo>
                  <a:lnTo>
                    <a:pt x="20325" y="471"/>
                  </a:lnTo>
                  <a:lnTo>
                    <a:pt x="25545" y="471"/>
                  </a:lnTo>
                  <a:cubicBezTo>
                    <a:pt x="25602" y="642"/>
                    <a:pt x="25787" y="713"/>
                    <a:pt x="25901" y="713"/>
                  </a:cubicBezTo>
                  <a:cubicBezTo>
                    <a:pt x="26144" y="713"/>
                    <a:pt x="26315" y="585"/>
                    <a:pt x="26315" y="357"/>
                  </a:cubicBezTo>
                  <a:cubicBezTo>
                    <a:pt x="26315" y="171"/>
                    <a:pt x="26144" y="0"/>
                    <a:pt x="2590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7" name="Google Shape;447;p15"/>
            <p:cNvSpPr/>
            <p:nvPr/>
          </p:nvSpPr>
          <p:spPr>
            <a:xfrm rot="-5400000">
              <a:off x="7256398" y="3576791"/>
              <a:ext cx="1253250" cy="204177"/>
            </a:xfrm>
            <a:custGeom>
              <a:avLst/>
              <a:gdLst/>
              <a:ahLst/>
              <a:cxnLst/>
              <a:rect l="l" t="t" r="r" b="b"/>
              <a:pathLst>
                <a:path w="28812" h="4694" extrusionOk="0">
                  <a:moveTo>
                    <a:pt x="28397" y="1"/>
                  </a:moveTo>
                  <a:cubicBezTo>
                    <a:pt x="28283" y="1"/>
                    <a:pt x="28098" y="115"/>
                    <a:pt x="28041" y="243"/>
                  </a:cubicBezTo>
                  <a:lnTo>
                    <a:pt x="19540" y="243"/>
                  </a:lnTo>
                  <a:lnTo>
                    <a:pt x="15618" y="4166"/>
                  </a:lnTo>
                  <a:lnTo>
                    <a:pt x="15618" y="172"/>
                  </a:lnTo>
                  <a:lnTo>
                    <a:pt x="0" y="172"/>
                  </a:lnTo>
                  <a:lnTo>
                    <a:pt x="0" y="415"/>
                  </a:lnTo>
                  <a:lnTo>
                    <a:pt x="15390" y="415"/>
                  </a:lnTo>
                  <a:lnTo>
                    <a:pt x="15390" y="4693"/>
                  </a:lnTo>
                  <a:lnTo>
                    <a:pt x="19669" y="472"/>
                  </a:lnTo>
                  <a:lnTo>
                    <a:pt x="28041" y="472"/>
                  </a:lnTo>
                  <a:cubicBezTo>
                    <a:pt x="28098" y="657"/>
                    <a:pt x="28226" y="771"/>
                    <a:pt x="28397" y="771"/>
                  </a:cubicBezTo>
                  <a:cubicBezTo>
                    <a:pt x="28640" y="771"/>
                    <a:pt x="28811" y="600"/>
                    <a:pt x="28811" y="357"/>
                  </a:cubicBezTo>
                  <a:cubicBezTo>
                    <a:pt x="28811" y="172"/>
                    <a:pt x="28640" y="1"/>
                    <a:pt x="2839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8" name="Google Shape;448;p15"/>
          <p:cNvGrpSpPr/>
          <p:nvPr/>
        </p:nvGrpSpPr>
        <p:grpSpPr>
          <a:xfrm>
            <a:off x="6328335" y="3920219"/>
            <a:ext cx="438811" cy="2217514"/>
            <a:chOff x="1015564" y="2912672"/>
            <a:chExt cx="276730" cy="1398445"/>
          </a:xfrm>
        </p:grpSpPr>
        <p:sp>
          <p:nvSpPr>
            <p:cNvPr id="449" name="Google Shape;449;p15"/>
            <p:cNvSpPr/>
            <p:nvPr/>
          </p:nvSpPr>
          <p:spPr>
            <a:xfrm rot="-5400000">
              <a:off x="996011" y="4014833"/>
              <a:ext cx="455419" cy="137148"/>
            </a:xfrm>
            <a:custGeom>
              <a:avLst/>
              <a:gdLst/>
              <a:ahLst/>
              <a:cxnLst/>
              <a:rect l="l" t="t" r="r" b="b"/>
              <a:pathLst>
                <a:path w="10470" h="3153" extrusionOk="0">
                  <a:moveTo>
                    <a:pt x="1" y="1"/>
                  </a:moveTo>
                  <a:lnTo>
                    <a:pt x="1" y="243"/>
                  </a:lnTo>
                  <a:lnTo>
                    <a:pt x="9928" y="243"/>
                  </a:lnTo>
                  <a:lnTo>
                    <a:pt x="9928" y="2382"/>
                  </a:lnTo>
                  <a:cubicBezTo>
                    <a:pt x="9814" y="2439"/>
                    <a:pt x="9685" y="2611"/>
                    <a:pt x="9685" y="2739"/>
                  </a:cubicBezTo>
                  <a:cubicBezTo>
                    <a:pt x="9685" y="2967"/>
                    <a:pt x="9871" y="3153"/>
                    <a:pt x="10042" y="3153"/>
                  </a:cubicBezTo>
                  <a:cubicBezTo>
                    <a:pt x="10284" y="3153"/>
                    <a:pt x="10470" y="2967"/>
                    <a:pt x="10470" y="2739"/>
                  </a:cubicBezTo>
                  <a:cubicBezTo>
                    <a:pt x="10470" y="2611"/>
                    <a:pt x="10341" y="2439"/>
                    <a:pt x="10170" y="2382"/>
                  </a:cubicBezTo>
                  <a:lnTo>
                    <a:pt x="1017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15"/>
            <p:cNvSpPr/>
            <p:nvPr/>
          </p:nvSpPr>
          <p:spPr>
            <a:xfrm rot="-5400000">
              <a:off x="961278" y="3980100"/>
              <a:ext cx="491391" cy="170641"/>
            </a:xfrm>
            <a:custGeom>
              <a:avLst/>
              <a:gdLst/>
              <a:ahLst/>
              <a:cxnLst/>
              <a:rect l="l" t="t" r="r" b="b"/>
              <a:pathLst>
                <a:path w="11297" h="3923" extrusionOk="0">
                  <a:moveTo>
                    <a:pt x="1" y="0"/>
                  </a:moveTo>
                  <a:lnTo>
                    <a:pt x="1" y="229"/>
                  </a:lnTo>
                  <a:lnTo>
                    <a:pt x="10826" y="229"/>
                  </a:lnTo>
                  <a:lnTo>
                    <a:pt x="10826" y="3152"/>
                  </a:lnTo>
                  <a:cubicBezTo>
                    <a:pt x="10641" y="3209"/>
                    <a:pt x="10584" y="3381"/>
                    <a:pt x="10584" y="3509"/>
                  </a:cubicBezTo>
                  <a:cubicBezTo>
                    <a:pt x="10584" y="3737"/>
                    <a:pt x="10698" y="3923"/>
                    <a:pt x="10940" y="3923"/>
                  </a:cubicBezTo>
                  <a:cubicBezTo>
                    <a:pt x="11112" y="3923"/>
                    <a:pt x="11297" y="3737"/>
                    <a:pt x="11297" y="3509"/>
                  </a:cubicBezTo>
                  <a:cubicBezTo>
                    <a:pt x="11297" y="3381"/>
                    <a:pt x="11183" y="3209"/>
                    <a:pt x="11054" y="3152"/>
                  </a:cubicBezTo>
                  <a:lnTo>
                    <a:pt x="1105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1" name="Google Shape;451;p15"/>
            <p:cNvSpPr/>
            <p:nvPr/>
          </p:nvSpPr>
          <p:spPr>
            <a:xfrm rot="-5400000">
              <a:off x="536004" y="3681359"/>
              <a:ext cx="1109317" cy="150197"/>
            </a:xfrm>
            <a:custGeom>
              <a:avLst/>
              <a:gdLst/>
              <a:ahLst/>
              <a:cxnLst/>
              <a:rect l="l" t="t" r="r" b="b"/>
              <a:pathLst>
                <a:path w="25503" h="3453" extrusionOk="0">
                  <a:moveTo>
                    <a:pt x="25146" y="0"/>
                  </a:moveTo>
                  <a:cubicBezTo>
                    <a:pt x="24961" y="0"/>
                    <a:pt x="24847" y="57"/>
                    <a:pt x="24790" y="172"/>
                  </a:cubicBezTo>
                  <a:lnTo>
                    <a:pt x="16175" y="172"/>
                  </a:lnTo>
                  <a:lnTo>
                    <a:pt x="13493" y="2853"/>
                  </a:lnTo>
                  <a:lnTo>
                    <a:pt x="13493" y="243"/>
                  </a:lnTo>
                  <a:lnTo>
                    <a:pt x="1" y="243"/>
                  </a:lnTo>
                  <a:lnTo>
                    <a:pt x="1" y="471"/>
                  </a:lnTo>
                  <a:lnTo>
                    <a:pt x="13251" y="471"/>
                  </a:lnTo>
                  <a:lnTo>
                    <a:pt x="13251" y="3452"/>
                  </a:lnTo>
                  <a:lnTo>
                    <a:pt x="16289" y="414"/>
                  </a:lnTo>
                  <a:lnTo>
                    <a:pt x="24790" y="414"/>
                  </a:lnTo>
                  <a:cubicBezTo>
                    <a:pt x="24847" y="599"/>
                    <a:pt x="24961" y="714"/>
                    <a:pt x="25146" y="714"/>
                  </a:cubicBezTo>
                  <a:cubicBezTo>
                    <a:pt x="25374" y="714"/>
                    <a:pt x="25503" y="528"/>
                    <a:pt x="25503" y="357"/>
                  </a:cubicBezTo>
                  <a:cubicBezTo>
                    <a:pt x="25503" y="114"/>
                    <a:pt x="25374" y="0"/>
                    <a:pt x="251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2" name="Google Shape;452;p15"/>
            <p:cNvSpPr/>
            <p:nvPr/>
          </p:nvSpPr>
          <p:spPr>
            <a:xfrm rot="-5400000">
              <a:off x="486982" y="3518809"/>
              <a:ext cx="1398445" cy="186169"/>
            </a:xfrm>
            <a:custGeom>
              <a:avLst/>
              <a:gdLst/>
              <a:ahLst/>
              <a:cxnLst/>
              <a:rect l="l" t="t" r="r" b="b"/>
              <a:pathLst>
                <a:path w="32150" h="4280" extrusionOk="0">
                  <a:moveTo>
                    <a:pt x="1" y="0"/>
                  </a:moveTo>
                  <a:lnTo>
                    <a:pt x="1" y="243"/>
                  </a:lnTo>
                  <a:lnTo>
                    <a:pt x="11539" y="243"/>
                  </a:lnTo>
                  <a:lnTo>
                    <a:pt x="11539" y="4279"/>
                  </a:lnTo>
                  <a:lnTo>
                    <a:pt x="13137" y="4279"/>
                  </a:lnTo>
                  <a:lnTo>
                    <a:pt x="16460" y="956"/>
                  </a:lnTo>
                  <a:lnTo>
                    <a:pt x="31436" y="956"/>
                  </a:lnTo>
                  <a:cubicBezTo>
                    <a:pt x="31507" y="1070"/>
                    <a:pt x="31621" y="1127"/>
                    <a:pt x="31793" y="1127"/>
                  </a:cubicBezTo>
                  <a:cubicBezTo>
                    <a:pt x="31978" y="1127"/>
                    <a:pt x="32149" y="1013"/>
                    <a:pt x="32149" y="770"/>
                  </a:cubicBezTo>
                  <a:cubicBezTo>
                    <a:pt x="32149" y="599"/>
                    <a:pt x="31978" y="414"/>
                    <a:pt x="31793" y="414"/>
                  </a:cubicBezTo>
                  <a:cubicBezTo>
                    <a:pt x="31621" y="414"/>
                    <a:pt x="31436" y="528"/>
                    <a:pt x="31436" y="713"/>
                  </a:cubicBezTo>
                  <a:lnTo>
                    <a:pt x="16403" y="713"/>
                  </a:lnTo>
                  <a:lnTo>
                    <a:pt x="13023" y="4037"/>
                  </a:lnTo>
                  <a:lnTo>
                    <a:pt x="11768" y="4037"/>
                  </a:lnTo>
                  <a:lnTo>
                    <a:pt x="1176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3" name="Google Shape;453;p15"/>
            <p:cNvSpPr/>
            <p:nvPr/>
          </p:nvSpPr>
          <p:spPr>
            <a:xfrm rot="-5400000">
              <a:off x="493507" y="3571876"/>
              <a:ext cx="1302881" cy="175599"/>
            </a:xfrm>
            <a:custGeom>
              <a:avLst/>
              <a:gdLst/>
              <a:ahLst/>
              <a:cxnLst/>
              <a:rect l="l" t="t" r="r" b="b"/>
              <a:pathLst>
                <a:path w="29953" h="4037" extrusionOk="0">
                  <a:moveTo>
                    <a:pt x="1" y="0"/>
                  </a:moveTo>
                  <a:lnTo>
                    <a:pt x="1" y="228"/>
                  </a:lnTo>
                  <a:lnTo>
                    <a:pt x="12310" y="228"/>
                  </a:lnTo>
                  <a:lnTo>
                    <a:pt x="12310" y="4036"/>
                  </a:lnTo>
                  <a:lnTo>
                    <a:pt x="13137" y="4036"/>
                  </a:lnTo>
                  <a:lnTo>
                    <a:pt x="16403" y="770"/>
                  </a:lnTo>
                  <a:lnTo>
                    <a:pt x="29183" y="770"/>
                  </a:lnTo>
                  <a:cubicBezTo>
                    <a:pt x="29240" y="941"/>
                    <a:pt x="29425" y="1070"/>
                    <a:pt x="29539" y="1070"/>
                  </a:cubicBezTo>
                  <a:cubicBezTo>
                    <a:pt x="29782" y="1070"/>
                    <a:pt x="29953" y="884"/>
                    <a:pt x="29953" y="642"/>
                  </a:cubicBezTo>
                  <a:cubicBezTo>
                    <a:pt x="29953" y="471"/>
                    <a:pt x="29782" y="285"/>
                    <a:pt x="29539" y="285"/>
                  </a:cubicBezTo>
                  <a:cubicBezTo>
                    <a:pt x="29425" y="285"/>
                    <a:pt x="29240" y="414"/>
                    <a:pt x="29183" y="528"/>
                  </a:cubicBezTo>
                  <a:lnTo>
                    <a:pt x="16289" y="528"/>
                  </a:lnTo>
                  <a:lnTo>
                    <a:pt x="13023" y="3794"/>
                  </a:lnTo>
                  <a:lnTo>
                    <a:pt x="12538" y="3794"/>
                  </a:lnTo>
                  <a:lnTo>
                    <a:pt x="12538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ONE_COLUMN_TEXT_2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28" name="Google Shape;528;p22"/>
          <p:cNvGrpSpPr/>
          <p:nvPr/>
        </p:nvGrpSpPr>
        <p:grpSpPr>
          <a:xfrm>
            <a:off x="6288929" y="3163786"/>
            <a:ext cx="1202441" cy="2581088"/>
            <a:chOff x="5452016" y="2824589"/>
            <a:chExt cx="689908" cy="1480916"/>
          </a:xfrm>
        </p:grpSpPr>
        <p:sp>
          <p:nvSpPr>
            <p:cNvPr id="529" name="Google Shape;529;p22"/>
            <p:cNvSpPr/>
            <p:nvPr/>
          </p:nvSpPr>
          <p:spPr>
            <a:xfrm rot="-5400000">
              <a:off x="5392462" y="3556043"/>
              <a:ext cx="1325804" cy="173120"/>
            </a:xfrm>
            <a:custGeom>
              <a:avLst/>
              <a:gdLst/>
              <a:ahLst/>
              <a:cxnLst/>
              <a:rect l="l" t="t" r="r" b="b"/>
              <a:pathLst>
                <a:path w="30480" h="3980" extrusionOk="0">
                  <a:moveTo>
                    <a:pt x="30066" y="0"/>
                  </a:moveTo>
                  <a:cubicBezTo>
                    <a:pt x="29952" y="0"/>
                    <a:pt x="29767" y="114"/>
                    <a:pt x="29710" y="300"/>
                  </a:cubicBezTo>
                  <a:lnTo>
                    <a:pt x="17829" y="300"/>
                  </a:lnTo>
                  <a:lnTo>
                    <a:pt x="14377" y="3751"/>
                  </a:lnTo>
                  <a:lnTo>
                    <a:pt x="11467" y="3751"/>
                  </a:lnTo>
                  <a:lnTo>
                    <a:pt x="11467" y="357"/>
                  </a:lnTo>
                  <a:lnTo>
                    <a:pt x="0" y="357"/>
                  </a:lnTo>
                  <a:lnTo>
                    <a:pt x="0" y="599"/>
                  </a:lnTo>
                  <a:lnTo>
                    <a:pt x="11225" y="599"/>
                  </a:lnTo>
                  <a:lnTo>
                    <a:pt x="11225" y="3979"/>
                  </a:lnTo>
                  <a:lnTo>
                    <a:pt x="14491" y="3979"/>
                  </a:lnTo>
                  <a:lnTo>
                    <a:pt x="17943" y="542"/>
                  </a:lnTo>
                  <a:lnTo>
                    <a:pt x="29710" y="542"/>
                  </a:lnTo>
                  <a:cubicBezTo>
                    <a:pt x="29767" y="656"/>
                    <a:pt x="29952" y="770"/>
                    <a:pt x="30066" y="770"/>
                  </a:cubicBezTo>
                  <a:cubicBezTo>
                    <a:pt x="30309" y="770"/>
                    <a:pt x="30480" y="599"/>
                    <a:pt x="30480" y="414"/>
                  </a:cubicBezTo>
                  <a:cubicBezTo>
                    <a:pt x="30480" y="185"/>
                    <a:pt x="30309" y="0"/>
                    <a:pt x="300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22"/>
            <p:cNvSpPr/>
            <p:nvPr/>
          </p:nvSpPr>
          <p:spPr>
            <a:xfrm rot="-5400000">
              <a:off x="5265885" y="3473528"/>
              <a:ext cx="1480916" cy="183037"/>
            </a:xfrm>
            <a:custGeom>
              <a:avLst/>
              <a:gdLst/>
              <a:ahLst/>
              <a:cxnLst/>
              <a:rect l="l" t="t" r="r" b="b"/>
              <a:pathLst>
                <a:path w="34046" h="4208" extrusionOk="0">
                  <a:moveTo>
                    <a:pt x="33632" y="0"/>
                  </a:moveTo>
                  <a:cubicBezTo>
                    <a:pt x="33518" y="0"/>
                    <a:pt x="33332" y="114"/>
                    <a:pt x="33275" y="228"/>
                  </a:cubicBezTo>
                  <a:lnTo>
                    <a:pt x="17757" y="228"/>
                  </a:lnTo>
                  <a:lnTo>
                    <a:pt x="14020" y="3980"/>
                  </a:lnTo>
                  <a:lnTo>
                    <a:pt x="12480" y="3980"/>
                  </a:lnTo>
                  <a:lnTo>
                    <a:pt x="12480" y="827"/>
                  </a:lnTo>
                  <a:lnTo>
                    <a:pt x="0" y="827"/>
                  </a:lnTo>
                  <a:lnTo>
                    <a:pt x="0" y="1070"/>
                  </a:lnTo>
                  <a:lnTo>
                    <a:pt x="12238" y="1070"/>
                  </a:lnTo>
                  <a:lnTo>
                    <a:pt x="12238" y="4208"/>
                  </a:lnTo>
                  <a:lnTo>
                    <a:pt x="14135" y="4208"/>
                  </a:lnTo>
                  <a:lnTo>
                    <a:pt x="17886" y="471"/>
                  </a:lnTo>
                  <a:lnTo>
                    <a:pt x="33275" y="471"/>
                  </a:lnTo>
                  <a:cubicBezTo>
                    <a:pt x="33332" y="642"/>
                    <a:pt x="33518" y="770"/>
                    <a:pt x="33632" y="770"/>
                  </a:cubicBezTo>
                  <a:cubicBezTo>
                    <a:pt x="33874" y="770"/>
                    <a:pt x="34046" y="585"/>
                    <a:pt x="34046" y="357"/>
                  </a:cubicBezTo>
                  <a:cubicBezTo>
                    <a:pt x="34046" y="171"/>
                    <a:pt x="33874" y="0"/>
                    <a:pt x="336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22"/>
            <p:cNvSpPr/>
            <p:nvPr/>
          </p:nvSpPr>
          <p:spPr>
            <a:xfrm rot="-5400000">
              <a:off x="5330414" y="3589558"/>
              <a:ext cx="1245768" cy="186126"/>
            </a:xfrm>
            <a:custGeom>
              <a:avLst/>
              <a:gdLst/>
              <a:ahLst/>
              <a:cxnLst/>
              <a:rect l="l" t="t" r="r" b="b"/>
              <a:pathLst>
                <a:path w="28640" h="4279" extrusionOk="0">
                  <a:moveTo>
                    <a:pt x="28283" y="0"/>
                  </a:moveTo>
                  <a:cubicBezTo>
                    <a:pt x="28098" y="0"/>
                    <a:pt x="27984" y="57"/>
                    <a:pt x="27927" y="243"/>
                  </a:cubicBezTo>
                  <a:lnTo>
                    <a:pt x="17829" y="243"/>
                  </a:lnTo>
                  <a:lnTo>
                    <a:pt x="14020" y="4036"/>
                  </a:lnTo>
                  <a:lnTo>
                    <a:pt x="13250" y="4036"/>
                  </a:lnTo>
                  <a:lnTo>
                    <a:pt x="13250" y="1255"/>
                  </a:lnTo>
                  <a:lnTo>
                    <a:pt x="0" y="1255"/>
                  </a:lnTo>
                  <a:lnTo>
                    <a:pt x="0" y="1483"/>
                  </a:lnTo>
                  <a:lnTo>
                    <a:pt x="13008" y="1483"/>
                  </a:lnTo>
                  <a:lnTo>
                    <a:pt x="13008" y="4279"/>
                  </a:lnTo>
                  <a:lnTo>
                    <a:pt x="14078" y="4279"/>
                  </a:lnTo>
                  <a:lnTo>
                    <a:pt x="17886" y="471"/>
                  </a:lnTo>
                  <a:lnTo>
                    <a:pt x="27927" y="471"/>
                  </a:lnTo>
                  <a:cubicBezTo>
                    <a:pt x="27984" y="656"/>
                    <a:pt x="28098" y="713"/>
                    <a:pt x="28283" y="713"/>
                  </a:cubicBezTo>
                  <a:cubicBezTo>
                    <a:pt x="28454" y="713"/>
                    <a:pt x="28640" y="599"/>
                    <a:pt x="28640" y="357"/>
                  </a:cubicBezTo>
                  <a:cubicBezTo>
                    <a:pt x="28640" y="114"/>
                    <a:pt x="28454" y="0"/>
                    <a:pt x="2828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2" name="Google Shape;532;p22"/>
            <p:cNvSpPr/>
            <p:nvPr/>
          </p:nvSpPr>
          <p:spPr>
            <a:xfrm rot="-5400000">
              <a:off x="5370411" y="3676053"/>
              <a:ext cx="1059686" cy="199219"/>
            </a:xfrm>
            <a:custGeom>
              <a:avLst/>
              <a:gdLst/>
              <a:ahLst/>
              <a:cxnLst/>
              <a:rect l="l" t="t" r="r" b="b"/>
              <a:pathLst>
                <a:path w="24362" h="4580" extrusionOk="0">
                  <a:moveTo>
                    <a:pt x="24004" y="1"/>
                  </a:moveTo>
                  <a:cubicBezTo>
                    <a:pt x="23819" y="1"/>
                    <a:pt x="23705" y="129"/>
                    <a:pt x="23648" y="300"/>
                  </a:cubicBezTo>
                  <a:lnTo>
                    <a:pt x="17700" y="300"/>
                  </a:lnTo>
                  <a:lnTo>
                    <a:pt x="14020" y="3980"/>
                  </a:lnTo>
                  <a:lnTo>
                    <a:pt x="14020" y="1613"/>
                  </a:lnTo>
                  <a:lnTo>
                    <a:pt x="0" y="1613"/>
                  </a:lnTo>
                  <a:lnTo>
                    <a:pt x="0" y="1841"/>
                  </a:lnTo>
                  <a:lnTo>
                    <a:pt x="13778" y="1841"/>
                  </a:lnTo>
                  <a:lnTo>
                    <a:pt x="13778" y="4579"/>
                  </a:lnTo>
                  <a:lnTo>
                    <a:pt x="17829" y="543"/>
                  </a:lnTo>
                  <a:lnTo>
                    <a:pt x="23648" y="543"/>
                  </a:lnTo>
                  <a:cubicBezTo>
                    <a:pt x="23705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3" name="Google Shape;533;p22"/>
            <p:cNvSpPr/>
            <p:nvPr/>
          </p:nvSpPr>
          <p:spPr>
            <a:xfrm rot="-5400000">
              <a:off x="5334134" y="3789929"/>
              <a:ext cx="935588" cy="95564"/>
            </a:xfrm>
            <a:custGeom>
              <a:avLst/>
              <a:gdLst/>
              <a:ahLst/>
              <a:cxnLst/>
              <a:rect l="l" t="t" r="r" b="b"/>
              <a:pathLst>
                <a:path w="21509" h="2197" extrusionOk="0">
                  <a:moveTo>
                    <a:pt x="21095" y="0"/>
                  </a:moveTo>
                  <a:cubicBezTo>
                    <a:pt x="20966" y="0"/>
                    <a:pt x="20795" y="128"/>
                    <a:pt x="20738" y="243"/>
                  </a:cubicBezTo>
                  <a:lnTo>
                    <a:pt x="16987" y="243"/>
                  </a:lnTo>
                  <a:lnTo>
                    <a:pt x="15261" y="1968"/>
                  </a:lnTo>
                  <a:lnTo>
                    <a:pt x="0" y="1968"/>
                  </a:lnTo>
                  <a:lnTo>
                    <a:pt x="0" y="2197"/>
                  </a:lnTo>
                  <a:lnTo>
                    <a:pt x="15390" y="2197"/>
                  </a:lnTo>
                  <a:lnTo>
                    <a:pt x="17116" y="485"/>
                  </a:lnTo>
                  <a:lnTo>
                    <a:pt x="20738" y="485"/>
                  </a:lnTo>
                  <a:cubicBezTo>
                    <a:pt x="20795" y="656"/>
                    <a:pt x="20966" y="713"/>
                    <a:pt x="21095" y="713"/>
                  </a:cubicBezTo>
                  <a:cubicBezTo>
                    <a:pt x="21323" y="713"/>
                    <a:pt x="21508" y="599"/>
                    <a:pt x="21508" y="357"/>
                  </a:cubicBezTo>
                  <a:cubicBezTo>
                    <a:pt x="21508" y="186"/>
                    <a:pt x="21323" y="0"/>
                    <a:pt x="21095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4" name="Google Shape;534;p22"/>
            <p:cNvSpPr/>
            <p:nvPr/>
          </p:nvSpPr>
          <p:spPr>
            <a:xfrm rot="-5400000">
              <a:off x="5331634" y="3818442"/>
              <a:ext cx="868602" cy="105525"/>
            </a:xfrm>
            <a:custGeom>
              <a:avLst/>
              <a:gdLst/>
              <a:ahLst/>
              <a:cxnLst/>
              <a:rect l="l" t="t" r="r" b="b"/>
              <a:pathLst>
                <a:path w="19969" h="242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286"/>
                  </a:cubicBezTo>
                  <a:lnTo>
                    <a:pt x="16516" y="286"/>
                  </a:lnTo>
                  <a:lnTo>
                    <a:pt x="14620" y="2197"/>
                  </a:lnTo>
                  <a:lnTo>
                    <a:pt x="0" y="2197"/>
                  </a:lnTo>
                  <a:lnTo>
                    <a:pt x="0" y="2425"/>
                  </a:lnTo>
                  <a:lnTo>
                    <a:pt x="14734" y="2425"/>
                  </a:lnTo>
                  <a:lnTo>
                    <a:pt x="16631" y="529"/>
                  </a:lnTo>
                  <a:lnTo>
                    <a:pt x="19184" y="529"/>
                  </a:lnTo>
                  <a:cubicBezTo>
                    <a:pt x="19255" y="643"/>
                    <a:pt x="19426" y="771"/>
                    <a:pt x="19540" y="771"/>
                  </a:cubicBezTo>
                  <a:cubicBezTo>
                    <a:pt x="19783" y="771"/>
                    <a:pt x="19968" y="586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5" name="Google Shape;535;p22"/>
            <p:cNvSpPr/>
            <p:nvPr/>
          </p:nvSpPr>
          <p:spPr>
            <a:xfrm rot="-5400000">
              <a:off x="5163516" y="3683817"/>
              <a:ext cx="1119234" cy="124142"/>
            </a:xfrm>
            <a:custGeom>
              <a:avLst/>
              <a:gdLst/>
              <a:ahLst/>
              <a:cxnLst/>
              <a:rect l="l" t="t" r="r" b="b"/>
              <a:pathLst>
                <a:path w="25731" h="2854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243"/>
                  </a:cubicBezTo>
                  <a:lnTo>
                    <a:pt x="13778" y="243"/>
                  </a:lnTo>
                  <a:lnTo>
                    <a:pt x="13778" y="2625"/>
                  </a:lnTo>
                  <a:lnTo>
                    <a:pt x="0" y="2625"/>
                  </a:lnTo>
                  <a:lnTo>
                    <a:pt x="0" y="2853"/>
                  </a:lnTo>
                  <a:lnTo>
                    <a:pt x="14020" y="2853"/>
                  </a:lnTo>
                  <a:lnTo>
                    <a:pt x="14020" y="486"/>
                  </a:lnTo>
                  <a:lnTo>
                    <a:pt x="25017" y="486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6" name="Google Shape;536;p22"/>
            <p:cNvSpPr/>
            <p:nvPr/>
          </p:nvSpPr>
          <p:spPr>
            <a:xfrm rot="-5400000">
              <a:off x="5189572" y="3740886"/>
              <a:ext cx="982130" cy="147109"/>
            </a:xfrm>
            <a:custGeom>
              <a:avLst/>
              <a:gdLst/>
              <a:ahLst/>
              <a:cxnLst/>
              <a:rect l="l" t="t" r="r" b="b"/>
              <a:pathLst>
                <a:path w="22579" h="3382" extrusionOk="0">
                  <a:moveTo>
                    <a:pt x="22165" y="1"/>
                  </a:moveTo>
                  <a:cubicBezTo>
                    <a:pt x="22036" y="1"/>
                    <a:pt x="21865" y="58"/>
                    <a:pt x="21808" y="229"/>
                  </a:cubicBezTo>
                  <a:lnTo>
                    <a:pt x="12837" y="229"/>
                  </a:lnTo>
                  <a:lnTo>
                    <a:pt x="12837" y="3153"/>
                  </a:lnTo>
                  <a:lnTo>
                    <a:pt x="0" y="3153"/>
                  </a:lnTo>
                  <a:lnTo>
                    <a:pt x="0" y="3381"/>
                  </a:lnTo>
                  <a:lnTo>
                    <a:pt x="13065" y="3381"/>
                  </a:lnTo>
                  <a:lnTo>
                    <a:pt x="13065" y="471"/>
                  </a:lnTo>
                  <a:lnTo>
                    <a:pt x="21808" y="471"/>
                  </a:lnTo>
                  <a:cubicBezTo>
                    <a:pt x="21865" y="657"/>
                    <a:pt x="22036" y="714"/>
                    <a:pt x="22165" y="714"/>
                  </a:cubicBezTo>
                  <a:cubicBezTo>
                    <a:pt x="22393" y="714"/>
                    <a:pt x="22578" y="586"/>
                    <a:pt x="22578" y="357"/>
                  </a:cubicBezTo>
                  <a:cubicBezTo>
                    <a:pt x="22578" y="115"/>
                    <a:pt x="22393" y="1"/>
                    <a:pt x="2216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7" name="Google Shape;537;p22"/>
            <p:cNvSpPr/>
            <p:nvPr/>
          </p:nvSpPr>
          <p:spPr>
            <a:xfrm rot="-5400000">
              <a:off x="5194836" y="3787124"/>
              <a:ext cx="868602" cy="168161"/>
            </a:xfrm>
            <a:custGeom>
              <a:avLst/>
              <a:gdLst/>
              <a:ahLst/>
              <a:cxnLst/>
              <a:rect l="l" t="t" r="r" b="b"/>
              <a:pathLst>
                <a:path w="19969" h="3866" extrusionOk="0">
                  <a:moveTo>
                    <a:pt x="19540" y="1"/>
                  </a:moveTo>
                  <a:cubicBezTo>
                    <a:pt x="19426" y="1"/>
                    <a:pt x="19255" y="115"/>
                    <a:pt x="19184" y="300"/>
                  </a:cubicBezTo>
                  <a:lnTo>
                    <a:pt x="11995" y="300"/>
                  </a:lnTo>
                  <a:lnTo>
                    <a:pt x="11995" y="3623"/>
                  </a:lnTo>
                  <a:lnTo>
                    <a:pt x="0" y="3623"/>
                  </a:lnTo>
                  <a:lnTo>
                    <a:pt x="0" y="3866"/>
                  </a:lnTo>
                  <a:lnTo>
                    <a:pt x="12238" y="3866"/>
                  </a:lnTo>
                  <a:lnTo>
                    <a:pt x="12238" y="528"/>
                  </a:lnTo>
                  <a:lnTo>
                    <a:pt x="19184" y="528"/>
                  </a:lnTo>
                  <a:cubicBezTo>
                    <a:pt x="19255" y="657"/>
                    <a:pt x="19426" y="771"/>
                    <a:pt x="19540" y="771"/>
                  </a:cubicBezTo>
                  <a:cubicBezTo>
                    <a:pt x="19783" y="771"/>
                    <a:pt x="19968" y="585"/>
                    <a:pt x="19968" y="414"/>
                  </a:cubicBezTo>
                  <a:cubicBezTo>
                    <a:pt x="19968" y="172"/>
                    <a:pt x="19783" y="1"/>
                    <a:pt x="19540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8" name="Google Shape;538;p22"/>
            <p:cNvSpPr/>
            <p:nvPr/>
          </p:nvSpPr>
          <p:spPr>
            <a:xfrm rot="-5400000">
              <a:off x="5215324" y="3849151"/>
              <a:ext cx="733977" cy="178731"/>
            </a:xfrm>
            <a:custGeom>
              <a:avLst/>
              <a:gdLst/>
              <a:ahLst/>
              <a:cxnLst/>
              <a:rect l="l" t="t" r="r" b="b"/>
              <a:pathLst>
                <a:path w="16874" h="4109" extrusionOk="0">
                  <a:moveTo>
                    <a:pt x="16516" y="0"/>
                  </a:moveTo>
                  <a:cubicBezTo>
                    <a:pt x="16331" y="0"/>
                    <a:pt x="16217" y="129"/>
                    <a:pt x="16160" y="300"/>
                  </a:cubicBezTo>
                  <a:lnTo>
                    <a:pt x="11111" y="300"/>
                  </a:lnTo>
                  <a:lnTo>
                    <a:pt x="11111" y="3866"/>
                  </a:lnTo>
                  <a:lnTo>
                    <a:pt x="0" y="3866"/>
                  </a:lnTo>
                  <a:lnTo>
                    <a:pt x="0" y="4108"/>
                  </a:lnTo>
                  <a:lnTo>
                    <a:pt x="11339" y="4108"/>
                  </a:lnTo>
                  <a:lnTo>
                    <a:pt x="11339" y="542"/>
                  </a:lnTo>
                  <a:lnTo>
                    <a:pt x="16160" y="542"/>
                  </a:lnTo>
                  <a:cubicBezTo>
                    <a:pt x="16217" y="657"/>
                    <a:pt x="16331" y="785"/>
                    <a:pt x="16516" y="785"/>
                  </a:cubicBezTo>
                  <a:cubicBezTo>
                    <a:pt x="16759" y="785"/>
                    <a:pt x="16873" y="599"/>
                    <a:pt x="16873" y="428"/>
                  </a:cubicBezTo>
                  <a:cubicBezTo>
                    <a:pt x="16873" y="186"/>
                    <a:pt x="16759" y="0"/>
                    <a:pt x="1651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9" name="Google Shape;539;p22"/>
            <p:cNvSpPr/>
            <p:nvPr/>
          </p:nvSpPr>
          <p:spPr>
            <a:xfrm rot="-5400000">
              <a:off x="5841900" y="4018530"/>
              <a:ext cx="465336" cy="108613"/>
            </a:xfrm>
            <a:custGeom>
              <a:avLst/>
              <a:gdLst/>
              <a:ahLst/>
              <a:cxnLst/>
              <a:rect l="l" t="t" r="r" b="b"/>
              <a:pathLst>
                <a:path w="10698" h="2497" extrusionOk="0">
                  <a:moveTo>
                    <a:pt x="0" y="1"/>
                  </a:moveTo>
                  <a:lnTo>
                    <a:pt x="0" y="243"/>
                  </a:lnTo>
                  <a:lnTo>
                    <a:pt x="10455" y="243"/>
                  </a:lnTo>
                  <a:lnTo>
                    <a:pt x="10455" y="2497"/>
                  </a:lnTo>
                  <a:lnTo>
                    <a:pt x="10697" y="2497"/>
                  </a:lnTo>
                  <a:lnTo>
                    <a:pt x="1069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0" name="Google Shape;540;p22"/>
            <p:cNvSpPr/>
            <p:nvPr/>
          </p:nvSpPr>
          <p:spPr>
            <a:xfrm rot="-5400000">
              <a:off x="5874501" y="4051132"/>
              <a:ext cx="431191" cy="77556"/>
            </a:xfrm>
            <a:custGeom>
              <a:avLst/>
              <a:gdLst/>
              <a:ahLst/>
              <a:cxnLst/>
              <a:rect l="l" t="t" r="r" b="b"/>
              <a:pathLst>
                <a:path w="9913" h="1783" extrusionOk="0">
                  <a:moveTo>
                    <a:pt x="0" y="0"/>
                  </a:moveTo>
                  <a:lnTo>
                    <a:pt x="0" y="243"/>
                  </a:lnTo>
                  <a:lnTo>
                    <a:pt x="9685" y="243"/>
                  </a:lnTo>
                  <a:lnTo>
                    <a:pt x="9685" y="1783"/>
                  </a:lnTo>
                  <a:lnTo>
                    <a:pt x="9913" y="1783"/>
                  </a:lnTo>
                  <a:lnTo>
                    <a:pt x="9913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1" name="Google Shape;541;p22"/>
            <p:cNvSpPr/>
            <p:nvPr/>
          </p:nvSpPr>
          <p:spPr>
            <a:xfrm rot="-5400000">
              <a:off x="5229613" y="3907503"/>
              <a:ext cx="620405" cy="175599"/>
            </a:xfrm>
            <a:custGeom>
              <a:avLst/>
              <a:gdLst/>
              <a:ahLst/>
              <a:cxnLst/>
              <a:rect l="l" t="t" r="r" b="b"/>
              <a:pathLst>
                <a:path w="14263" h="4037" extrusionOk="0">
                  <a:moveTo>
                    <a:pt x="13906" y="0"/>
                  </a:moveTo>
                  <a:cubicBezTo>
                    <a:pt x="13721" y="0"/>
                    <a:pt x="13607" y="57"/>
                    <a:pt x="13550" y="228"/>
                  </a:cubicBezTo>
                  <a:lnTo>
                    <a:pt x="10155" y="228"/>
                  </a:lnTo>
                  <a:lnTo>
                    <a:pt x="10155" y="3794"/>
                  </a:lnTo>
                  <a:lnTo>
                    <a:pt x="0" y="3794"/>
                  </a:lnTo>
                  <a:lnTo>
                    <a:pt x="0" y="4036"/>
                  </a:lnTo>
                  <a:lnTo>
                    <a:pt x="10398" y="4036"/>
                  </a:lnTo>
                  <a:lnTo>
                    <a:pt x="10398" y="471"/>
                  </a:lnTo>
                  <a:lnTo>
                    <a:pt x="13550" y="471"/>
                  </a:lnTo>
                  <a:cubicBezTo>
                    <a:pt x="13607" y="656"/>
                    <a:pt x="13721" y="713"/>
                    <a:pt x="13906" y="713"/>
                  </a:cubicBezTo>
                  <a:cubicBezTo>
                    <a:pt x="14078" y="713"/>
                    <a:pt x="14263" y="585"/>
                    <a:pt x="14263" y="357"/>
                  </a:cubicBezTo>
                  <a:cubicBezTo>
                    <a:pt x="14263" y="114"/>
                    <a:pt x="14078" y="0"/>
                    <a:pt x="1390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42" name="Google Shape;542;p22"/>
          <p:cNvGrpSpPr/>
          <p:nvPr/>
        </p:nvGrpSpPr>
        <p:grpSpPr>
          <a:xfrm>
            <a:off x="7058925" y="1134427"/>
            <a:ext cx="3167541" cy="1717086"/>
            <a:chOff x="6561538" y="1197527"/>
            <a:chExt cx="3167541" cy="1717086"/>
          </a:xfrm>
        </p:grpSpPr>
        <p:grpSp>
          <p:nvGrpSpPr>
            <p:cNvPr id="543" name="Google Shape;543;p22"/>
            <p:cNvGrpSpPr/>
            <p:nvPr/>
          </p:nvGrpSpPr>
          <p:grpSpPr>
            <a:xfrm rot="-5400000">
              <a:off x="7662615" y="964074"/>
              <a:ext cx="849462" cy="3051616"/>
              <a:chOff x="8623429" y="2586962"/>
              <a:chExt cx="478381" cy="1718543"/>
            </a:xfrm>
          </p:grpSpPr>
          <p:sp>
            <p:nvSpPr>
              <p:cNvPr id="544" name="Google Shape;544;p22"/>
              <p:cNvSpPr/>
              <p:nvPr/>
            </p:nvSpPr>
            <p:spPr>
              <a:xfrm rot="-5400000">
                <a:off x="8267028" y="3481249"/>
                <a:ext cx="1527458" cy="121054"/>
              </a:xfrm>
              <a:custGeom>
                <a:avLst/>
                <a:gdLst/>
                <a:ahLst/>
                <a:cxnLst/>
                <a:rect l="l" t="t" r="r" b="b"/>
                <a:pathLst>
                  <a:path w="35116" h="2783" extrusionOk="0">
                    <a:moveTo>
                      <a:pt x="18185" y="1"/>
                    </a:moveTo>
                    <a:lnTo>
                      <a:pt x="15917" y="2254"/>
                    </a:lnTo>
                    <a:lnTo>
                      <a:pt x="0" y="2254"/>
                    </a:lnTo>
                    <a:lnTo>
                      <a:pt x="0" y="2497"/>
                    </a:lnTo>
                    <a:lnTo>
                      <a:pt x="16046" y="2497"/>
                    </a:lnTo>
                    <a:lnTo>
                      <a:pt x="18299" y="229"/>
                    </a:lnTo>
                    <a:lnTo>
                      <a:pt x="22878" y="229"/>
                    </a:lnTo>
                    <a:lnTo>
                      <a:pt x="25131" y="2497"/>
                    </a:lnTo>
                    <a:lnTo>
                      <a:pt x="34402" y="2497"/>
                    </a:lnTo>
                    <a:cubicBezTo>
                      <a:pt x="34459" y="2668"/>
                      <a:pt x="34588" y="2782"/>
                      <a:pt x="34759" y="2782"/>
                    </a:cubicBezTo>
                    <a:cubicBezTo>
                      <a:pt x="35001" y="2782"/>
                      <a:pt x="35115" y="2611"/>
                      <a:pt x="35115" y="2368"/>
                    </a:cubicBezTo>
                    <a:cubicBezTo>
                      <a:pt x="35115" y="2197"/>
                      <a:pt x="35001" y="2012"/>
                      <a:pt x="34759" y="2012"/>
                    </a:cubicBezTo>
                    <a:cubicBezTo>
                      <a:pt x="34588" y="2012"/>
                      <a:pt x="34459" y="2140"/>
                      <a:pt x="34402" y="2254"/>
                    </a:cubicBezTo>
                    <a:lnTo>
                      <a:pt x="25245" y="2254"/>
                    </a:lnTo>
                    <a:lnTo>
                      <a:pt x="2293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 rot="-5400000">
                <a:off x="8122184" y="3470418"/>
                <a:ext cx="1506971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34645" h="3752" extrusionOk="0">
                    <a:moveTo>
                      <a:pt x="14135" y="0"/>
                    </a:moveTo>
                    <a:lnTo>
                      <a:pt x="14135" y="3509"/>
                    </a:lnTo>
                    <a:lnTo>
                      <a:pt x="0" y="3509"/>
                    </a:lnTo>
                    <a:lnTo>
                      <a:pt x="0" y="3751"/>
                    </a:lnTo>
                    <a:lnTo>
                      <a:pt x="14377" y="3751"/>
                    </a:lnTo>
                    <a:lnTo>
                      <a:pt x="14377" y="243"/>
                    </a:lnTo>
                    <a:lnTo>
                      <a:pt x="24832" y="243"/>
                    </a:lnTo>
                    <a:lnTo>
                      <a:pt x="27684" y="3095"/>
                    </a:lnTo>
                    <a:lnTo>
                      <a:pt x="33874" y="3095"/>
                    </a:lnTo>
                    <a:cubicBezTo>
                      <a:pt x="33931" y="3209"/>
                      <a:pt x="34103" y="3338"/>
                      <a:pt x="34231" y="3338"/>
                    </a:cubicBezTo>
                    <a:cubicBezTo>
                      <a:pt x="34459" y="3338"/>
                      <a:pt x="34645" y="3152"/>
                      <a:pt x="34645" y="2910"/>
                    </a:cubicBezTo>
                    <a:cubicBezTo>
                      <a:pt x="34645" y="2739"/>
                      <a:pt x="34459" y="2553"/>
                      <a:pt x="34231" y="2553"/>
                    </a:cubicBezTo>
                    <a:cubicBezTo>
                      <a:pt x="34046" y="2553"/>
                      <a:pt x="33931" y="2682"/>
                      <a:pt x="33874" y="2853"/>
                    </a:cubicBezTo>
                    <a:lnTo>
                      <a:pt x="27741" y="2853"/>
                    </a:lnTo>
                    <a:lnTo>
                      <a:pt x="2496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 rot="-5400000">
                <a:off x="8039648" y="3426986"/>
                <a:ext cx="1578959" cy="178079"/>
              </a:xfrm>
              <a:custGeom>
                <a:avLst/>
                <a:gdLst/>
                <a:ahLst/>
                <a:cxnLst/>
                <a:rect l="l" t="t" r="r" b="b"/>
                <a:pathLst>
                  <a:path w="36300" h="4094" extrusionOk="0">
                    <a:moveTo>
                      <a:pt x="13193" y="0"/>
                    </a:moveTo>
                    <a:lnTo>
                      <a:pt x="13193" y="3866"/>
                    </a:lnTo>
                    <a:lnTo>
                      <a:pt x="0" y="3866"/>
                    </a:lnTo>
                    <a:lnTo>
                      <a:pt x="0" y="4094"/>
                    </a:lnTo>
                    <a:lnTo>
                      <a:pt x="13421" y="4094"/>
                    </a:lnTo>
                    <a:lnTo>
                      <a:pt x="13421" y="228"/>
                    </a:lnTo>
                    <a:lnTo>
                      <a:pt x="25488" y="228"/>
                    </a:lnTo>
                    <a:lnTo>
                      <a:pt x="28397" y="3152"/>
                    </a:lnTo>
                    <a:lnTo>
                      <a:pt x="35586" y="3152"/>
                    </a:lnTo>
                    <a:cubicBezTo>
                      <a:pt x="35657" y="3266"/>
                      <a:pt x="35771" y="3381"/>
                      <a:pt x="35942" y="3381"/>
                    </a:cubicBezTo>
                    <a:cubicBezTo>
                      <a:pt x="36185" y="3381"/>
                      <a:pt x="36299" y="3266"/>
                      <a:pt x="36299" y="3024"/>
                    </a:cubicBezTo>
                    <a:cubicBezTo>
                      <a:pt x="36299" y="2853"/>
                      <a:pt x="36185" y="2667"/>
                      <a:pt x="35942" y="2667"/>
                    </a:cubicBezTo>
                    <a:cubicBezTo>
                      <a:pt x="35771" y="2667"/>
                      <a:pt x="35657" y="2724"/>
                      <a:pt x="35586" y="2910"/>
                    </a:cubicBezTo>
                    <a:lnTo>
                      <a:pt x="28454" y="2910"/>
                    </a:lnTo>
                    <a:lnTo>
                      <a:pt x="25602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 rot="-5400000">
                <a:off x="8073163" y="3501432"/>
                <a:ext cx="1413930" cy="194216"/>
              </a:xfrm>
              <a:custGeom>
                <a:avLst/>
                <a:gdLst/>
                <a:ahLst/>
                <a:cxnLst/>
                <a:rect l="l" t="t" r="r" b="b"/>
                <a:pathLst>
                  <a:path w="32506" h="4465" extrusionOk="0">
                    <a:moveTo>
                      <a:pt x="12238" y="0"/>
                    </a:moveTo>
                    <a:lnTo>
                      <a:pt x="12238" y="4222"/>
                    </a:lnTo>
                    <a:lnTo>
                      <a:pt x="0" y="4222"/>
                    </a:lnTo>
                    <a:lnTo>
                      <a:pt x="0" y="4464"/>
                    </a:lnTo>
                    <a:lnTo>
                      <a:pt x="12480" y="4464"/>
                    </a:lnTo>
                    <a:lnTo>
                      <a:pt x="12480" y="243"/>
                    </a:lnTo>
                    <a:lnTo>
                      <a:pt x="26258" y="243"/>
                    </a:lnTo>
                    <a:lnTo>
                      <a:pt x="29353" y="3323"/>
                    </a:lnTo>
                    <a:lnTo>
                      <a:pt x="31792" y="3323"/>
                    </a:lnTo>
                    <a:cubicBezTo>
                      <a:pt x="31849" y="3452"/>
                      <a:pt x="31963" y="3566"/>
                      <a:pt x="32149" y="3566"/>
                    </a:cubicBezTo>
                    <a:cubicBezTo>
                      <a:pt x="32377" y="3566"/>
                      <a:pt x="32505" y="3395"/>
                      <a:pt x="32505" y="3209"/>
                    </a:cubicBezTo>
                    <a:cubicBezTo>
                      <a:pt x="32505" y="2967"/>
                      <a:pt x="32377" y="2796"/>
                      <a:pt x="32149" y="2796"/>
                    </a:cubicBezTo>
                    <a:cubicBezTo>
                      <a:pt x="31963" y="2796"/>
                      <a:pt x="31849" y="2910"/>
                      <a:pt x="31792" y="3095"/>
                    </a:cubicBezTo>
                    <a:lnTo>
                      <a:pt x="29467" y="3095"/>
                    </a:lnTo>
                    <a:lnTo>
                      <a:pt x="2638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8" name="Google Shape;548;p22"/>
              <p:cNvSpPr/>
              <p:nvPr/>
            </p:nvSpPr>
            <p:spPr>
              <a:xfrm rot="-5400000">
                <a:off x="8472362" y="4017291"/>
                <a:ext cx="439281" cy="137148"/>
              </a:xfrm>
              <a:custGeom>
                <a:avLst/>
                <a:gdLst/>
                <a:ahLst/>
                <a:cxnLst/>
                <a:rect l="l" t="t" r="r" b="b"/>
                <a:pathLst>
                  <a:path w="10099" h="3153" extrusionOk="0">
                    <a:moveTo>
                      <a:pt x="9742" y="1"/>
                    </a:moveTo>
                    <a:cubicBezTo>
                      <a:pt x="9499" y="1"/>
                      <a:pt x="9328" y="186"/>
                      <a:pt x="9328" y="357"/>
                    </a:cubicBezTo>
                    <a:cubicBezTo>
                      <a:pt x="9328" y="543"/>
                      <a:pt x="9442" y="714"/>
                      <a:pt x="9628" y="714"/>
                    </a:cubicBezTo>
                    <a:lnTo>
                      <a:pt x="9628" y="2910"/>
                    </a:lnTo>
                    <a:lnTo>
                      <a:pt x="0" y="2910"/>
                    </a:lnTo>
                    <a:lnTo>
                      <a:pt x="0" y="3153"/>
                    </a:lnTo>
                    <a:lnTo>
                      <a:pt x="9856" y="3153"/>
                    </a:lnTo>
                    <a:lnTo>
                      <a:pt x="9856" y="714"/>
                    </a:lnTo>
                    <a:cubicBezTo>
                      <a:pt x="9984" y="714"/>
                      <a:pt x="10098" y="543"/>
                      <a:pt x="10098" y="357"/>
                    </a:cubicBezTo>
                    <a:cubicBezTo>
                      <a:pt x="10098" y="186"/>
                      <a:pt x="9913" y="1"/>
                      <a:pt x="974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9" name="Google Shape;549;p22"/>
              <p:cNvSpPr/>
              <p:nvPr/>
            </p:nvSpPr>
            <p:spPr>
              <a:xfrm rot="-5400000">
                <a:off x="8472688" y="3978513"/>
                <a:ext cx="477733" cy="176252"/>
              </a:xfrm>
              <a:custGeom>
                <a:avLst/>
                <a:gdLst/>
                <a:ahLst/>
                <a:cxnLst/>
                <a:rect l="l" t="t" r="r" b="b"/>
                <a:pathLst>
                  <a:path w="10983" h="4052" extrusionOk="0">
                    <a:moveTo>
                      <a:pt x="10569" y="1"/>
                    </a:moveTo>
                    <a:cubicBezTo>
                      <a:pt x="10398" y="1"/>
                      <a:pt x="10212" y="186"/>
                      <a:pt x="10212" y="357"/>
                    </a:cubicBezTo>
                    <a:cubicBezTo>
                      <a:pt x="10212" y="543"/>
                      <a:pt x="10341" y="714"/>
                      <a:pt x="10455" y="714"/>
                    </a:cubicBezTo>
                    <a:lnTo>
                      <a:pt x="10455" y="3809"/>
                    </a:lnTo>
                    <a:lnTo>
                      <a:pt x="0" y="3809"/>
                    </a:lnTo>
                    <a:lnTo>
                      <a:pt x="0" y="4052"/>
                    </a:lnTo>
                    <a:lnTo>
                      <a:pt x="10697" y="4052"/>
                    </a:lnTo>
                    <a:lnTo>
                      <a:pt x="10697" y="714"/>
                    </a:lnTo>
                    <a:cubicBezTo>
                      <a:pt x="10868" y="714"/>
                      <a:pt x="10983" y="543"/>
                      <a:pt x="10983" y="357"/>
                    </a:cubicBezTo>
                    <a:cubicBezTo>
                      <a:pt x="10983" y="186"/>
                      <a:pt x="10811" y="1"/>
                      <a:pt x="1056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0" name="Google Shape;550;p22"/>
              <p:cNvSpPr/>
              <p:nvPr/>
            </p:nvSpPr>
            <p:spPr>
              <a:xfrm rot="-5400000">
                <a:off x="8182970" y="3430727"/>
                <a:ext cx="1620499" cy="129057"/>
              </a:xfrm>
              <a:custGeom>
                <a:avLst/>
                <a:gdLst/>
                <a:ahLst/>
                <a:cxnLst/>
                <a:rect l="l" t="t" r="r" b="b"/>
                <a:pathLst>
                  <a:path w="37255" h="2967" extrusionOk="0">
                    <a:moveTo>
                      <a:pt x="17700" y="0"/>
                    </a:moveTo>
                    <a:lnTo>
                      <a:pt x="15261" y="2382"/>
                    </a:lnTo>
                    <a:lnTo>
                      <a:pt x="0" y="2382"/>
                    </a:lnTo>
                    <a:lnTo>
                      <a:pt x="0" y="2610"/>
                    </a:lnTo>
                    <a:lnTo>
                      <a:pt x="15390" y="2610"/>
                    </a:lnTo>
                    <a:lnTo>
                      <a:pt x="17829" y="243"/>
                    </a:lnTo>
                    <a:lnTo>
                      <a:pt x="23462" y="243"/>
                    </a:lnTo>
                    <a:lnTo>
                      <a:pt x="26030" y="2739"/>
                    </a:lnTo>
                    <a:lnTo>
                      <a:pt x="36484" y="2739"/>
                    </a:lnTo>
                    <a:cubicBezTo>
                      <a:pt x="36542" y="2910"/>
                      <a:pt x="36727" y="2967"/>
                      <a:pt x="36841" y="2967"/>
                    </a:cubicBezTo>
                    <a:cubicBezTo>
                      <a:pt x="37084" y="2967"/>
                      <a:pt x="37255" y="2853"/>
                      <a:pt x="37255" y="2610"/>
                    </a:cubicBezTo>
                    <a:cubicBezTo>
                      <a:pt x="37255" y="2382"/>
                      <a:pt x="37084" y="2254"/>
                      <a:pt x="36841" y="2254"/>
                    </a:cubicBezTo>
                    <a:cubicBezTo>
                      <a:pt x="36727" y="2254"/>
                      <a:pt x="36542" y="2311"/>
                      <a:pt x="36484" y="2496"/>
                    </a:cubicBezTo>
                    <a:lnTo>
                      <a:pt x="26087" y="2496"/>
                    </a:lnTo>
                    <a:lnTo>
                      <a:pt x="235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1" name="Google Shape;551;p22"/>
              <p:cNvSpPr/>
              <p:nvPr/>
            </p:nvSpPr>
            <p:spPr>
              <a:xfrm rot="-5400000">
                <a:off x="8089908" y="3371157"/>
                <a:ext cx="1718543" cy="150153"/>
              </a:xfrm>
              <a:custGeom>
                <a:avLst/>
                <a:gdLst/>
                <a:ahLst/>
                <a:cxnLst/>
                <a:rect l="l" t="t" r="r" b="b"/>
                <a:pathLst>
                  <a:path w="39509" h="3452" extrusionOk="0">
                    <a:moveTo>
                      <a:pt x="17344" y="0"/>
                    </a:moveTo>
                    <a:lnTo>
                      <a:pt x="14620" y="2681"/>
                    </a:lnTo>
                    <a:lnTo>
                      <a:pt x="0" y="2681"/>
                    </a:lnTo>
                    <a:lnTo>
                      <a:pt x="0" y="2924"/>
                    </a:lnTo>
                    <a:lnTo>
                      <a:pt x="14734" y="2924"/>
                    </a:lnTo>
                    <a:lnTo>
                      <a:pt x="17401" y="243"/>
                    </a:lnTo>
                    <a:lnTo>
                      <a:pt x="24062" y="243"/>
                    </a:lnTo>
                    <a:lnTo>
                      <a:pt x="27028" y="3152"/>
                    </a:lnTo>
                    <a:lnTo>
                      <a:pt x="38738" y="3152"/>
                    </a:lnTo>
                    <a:cubicBezTo>
                      <a:pt x="38795" y="3338"/>
                      <a:pt x="38980" y="3452"/>
                      <a:pt x="39095" y="3452"/>
                    </a:cubicBezTo>
                    <a:cubicBezTo>
                      <a:pt x="39337" y="3452"/>
                      <a:pt x="39508" y="3281"/>
                      <a:pt x="39508" y="3038"/>
                    </a:cubicBezTo>
                    <a:cubicBezTo>
                      <a:pt x="39508" y="2853"/>
                      <a:pt x="39337" y="2681"/>
                      <a:pt x="39095" y="2681"/>
                    </a:cubicBezTo>
                    <a:cubicBezTo>
                      <a:pt x="38980" y="2681"/>
                      <a:pt x="38795" y="2796"/>
                      <a:pt x="38738" y="2924"/>
                    </a:cubicBezTo>
                    <a:lnTo>
                      <a:pt x="27157" y="2924"/>
                    </a:lnTo>
                    <a:lnTo>
                      <a:pt x="2417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2" name="Google Shape;552;p22"/>
              <p:cNvSpPr/>
              <p:nvPr/>
            </p:nvSpPr>
            <p:spPr>
              <a:xfrm rot="-5400000">
                <a:off x="8069444" y="3539297"/>
                <a:ext cx="1330763" cy="201654"/>
              </a:xfrm>
              <a:custGeom>
                <a:avLst/>
                <a:gdLst/>
                <a:ahLst/>
                <a:cxnLst/>
                <a:rect l="l" t="t" r="r" b="b"/>
                <a:pathLst>
                  <a:path w="30594" h="4636" extrusionOk="0">
                    <a:moveTo>
                      <a:pt x="11282" y="0"/>
                    </a:moveTo>
                    <a:lnTo>
                      <a:pt x="11282" y="4393"/>
                    </a:lnTo>
                    <a:lnTo>
                      <a:pt x="0" y="4393"/>
                    </a:lnTo>
                    <a:lnTo>
                      <a:pt x="0" y="4636"/>
                    </a:lnTo>
                    <a:lnTo>
                      <a:pt x="11524" y="4636"/>
                    </a:lnTo>
                    <a:lnTo>
                      <a:pt x="11524" y="243"/>
                    </a:lnTo>
                    <a:lnTo>
                      <a:pt x="26914" y="243"/>
                    </a:lnTo>
                    <a:lnTo>
                      <a:pt x="29881" y="3152"/>
                    </a:lnTo>
                    <a:cubicBezTo>
                      <a:pt x="29824" y="3209"/>
                      <a:pt x="29824" y="3267"/>
                      <a:pt x="29824" y="3324"/>
                    </a:cubicBezTo>
                    <a:cubicBezTo>
                      <a:pt x="29824" y="3566"/>
                      <a:pt x="30009" y="3737"/>
                      <a:pt x="30180" y="3737"/>
                    </a:cubicBezTo>
                    <a:cubicBezTo>
                      <a:pt x="30423" y="3737"/>
                      <a:pt x="30594" y="3566"/>
                      <a:pt x="30594" y="3324"/>
                    </a:cubicBezTo>
                    <a:cubicBezTo>
                      <a:pt x="30594" y="3152"/>
                      <a:pt x="30423" y="2967"/>
                      <a:pt x="30180" y="2967"/>
                    </a:cubicBezTo>
                    <a:cubicBezTo>
                      <a:pt x="30123" y="2967"/>
                      <a:pt x="30123" y="2967"/>
                      <a:pt x="30066" y="3024"/>
                    </a:cubicBezTo>
                    <a:lnTo>
                      <a:pt x="2702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3" name="Google Shape;553;p22"/>
              <p:cNvSpPr/>
              <p:nvPr/>
            </p:nvSpPr>
            <p:spPr>
              <a:xfrm rot="-5400000">
                <a:off x="8940152" y="3389472"/>
                <a:ext cx="230232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5293" h="2140" extrusionOk="0">
                    <a:moveTo>
                      <a:pt x="4879" y="0"/>
                    </a:moveTo>
                    <a:cubicBezTo>
                      <a:pt x="4765" y="0"/>
                      <a:pt x="4579" y="114"/>
                      <a:pt x="4522" y="243"/>
                    </a:cubicBezTo>
                    <a:lnTo>
                      <a:pt x="1912" y="243"/>
                    </a:lnTo>
                    <a:lnTo>
                      <a:pt x="1" y="2140"/>
                    </a:lnTo>
                    <a:lnTo>
                      <a:pt x="357" y="2140"/>
                    </a:lnTo>
                    <a:lnTo>
                      <a:pt x="2026" y="471"/>
                    </a:lnTo>
                    <a:lnTo>
                      <a:pt x="4522" y="471"/>
                    </a:lnTo>
                    <a:cubicBezTo>
                      <a:pt x="4579" y="656"/>
                      <a:pt x="4765" y="770"/>
                      <a:pt x="4879" y="770"/>
                    </a:cubicBezTo>
                    <a:cubicBezTo>
                      <a:pt x="5121" y="770"/>
                      <a:pt x="5292" y="599"/>
                      <a:pt x="5292" y="357"/>
                    </a:cubicBezTo>
                    <a:cubicBezTo>
                      <a:pt x="5292" y="186"/>
                      <a:pt x="5121" y="0"/>
                      <a:pt x="48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4" name="Google Shape;554;p22"/>
              <p:cNvSpPr/>
              <p:nvPr/>
            </p:nvSpPr>
            <p:spPr>
              <a:xfrm rot="-5400000">
                <a:off x="8976450" y="3345735"/>
                <a:ext cx="196696" cy="54024"/>
              </a:xfrm>
              <a:custGeom>
                <a:avLst/>
                <a:gdLst/>
                <a:ahLst/>
                <a:cxnLst/>
                <a:rect l="l" t="t" r="r" b="b"/>
                <a:pathLst>
                  <a:path w="4522" h="1242" extrusionOk="0">
                    <a:moveTo>
                      <a:pt x="4165" y="1"/>
                    </a:moveTo>
                    <a:cubicBezTo>
                      <a:pt x="3994" y="1"/>
                      <a:pt x="3866" y="115"/>
                      <a:pt x="3809" y="229"/>
                    </a:cubicBezTo>
                    <a:lnTo>
                      <a:pt x="1013" y="229"/>
                    </a:lnTo>
                    <a:lnTo>
                      <a:pt x="1" y="1242"/>
                    </a:lnTo>
                    <a:lnTo>
                      <a:pt x="357" y="1242"/>
                    </a:lnTo>
                    <a:lnTo>
                      <a:pt x="1142" y="471"/>
                    </a:lnTo>
                    <a:lnTo>
                      <a:pt x="3809" y="471"/>
                    </a:lnTo>
                    <a:cubicBezTo>
                      <a:pt x="3866" y="642"/>
                      <a:pt x="3994" y="771"/>
                      <a:pt x="4165" y="771"/>
                    </a:cubicBezTo>
                    <a:cubicBezTo>
                      <a:pt x="4351" y="771"/>
                      <a:pt x="4522" y="585"/>
                      <a:pt x="4522" y="357"/>
                    </a:cubicBezTo>
                    <a:cubicBezTo>
                      <a:pt x="4522" y="172"/>
                      <a:pt x="4351" y="1"/>
                      <a:pt x="416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555" name="Google Shape;555;p22"/>
            <p:cNvGrpSpPr/>
            <p:nvPr/>
          </p:nvGrpSpPr>
          <p:grpSpPr>
            <a:xfrm rot="-5400000">
              <a:off x="7782944" y="77685"/>
              <a:ext cx="826293" cy="3065976"/>
              <a:chOff x="4128096" y="2589445"/>
              <a:chExt cx="465334" cy="1726630"/>
            </a:xfrm>
          </p:grpSpPr>
          <p:sp>
            <p:nvSpPr>
              <p:cNvPr id="556" name="Google Shape;556;p22"/>
              <p:cNvSpPr/>
              <p:nvPr/>
            </p:nvSpPr>
            <p:spPr>
              <a:xfrm rot="-5400000">
                <a:off x="4350516" y="3592343"/>
                <a:ext cx="447328" cy="38495"/>
              </a:xfrm>
              <a:custGeom>
                <a:avLst/>
                <a:gdLst/>
                <a:ahLst/>
                <a:cxnLst/>
                <a:rect l="l" t="t" r="r" b="b"/>
                <a:pathLst>
                  <a:path w="10284" h="885" extrusionOk="0">
                    <a:moveTo>
                      <a:pt x="9927" y="0"/>
                    </a:moveTo>
                    <a:cubicBezTo>
                      <a:pt x="9742" y="0"/>
                      <a:pt x="9628" y="114"/>
                      <a:pt x="9571" y="242"/>
                    </a:cubicBezTo>
                    <a:lnTo>
                      <a:pt x="0" y="242"/>
                    </a:lnTo>
                    <a:lnTo>
                      <a:pt x="0" y="884"/>
                    </a:lnTo>
                    <a:lnTo>
                      <a:pt x="243" y="884"/>
                    </a:lnTo>
                    <a:lnTo>
                      <a:pt x="243" y="471"/>
                    </a:lnTo>
                    <a:lnTo>
                      <a:pt x="9571" y="471"/>
                    </a:lnTo>
                    <a:cubicBezTo>
                      <a:pt x="9628" y="656"/>
                      <a:pt x="9742" y="770"/>
                      <a:pt x="9927" y="770"/>
                    </a:cubicBezTo>
                    <a:cubicBezTo>
                      <a:pt x="10155" y="770"/>
                      <a:pt x="10284" y="599"/>
                      <a:pt x="10284" y="357"/>
                    </a:cubicBezTo>
                    <a:cubicBezTo>
                      <a:pt x="10284" y="171"/>
                      <a:pt x="10155" y="0"/>
                      <a:pt x="992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7" name="Google Shape;557;p22"/>
              <p:cNvSpPr/>
              <p:nvPr/>
            </p:nvSpPr>
            <p:spPr>
              <a:xfrm rot="-5400000">
                <a:off x="4258650" y="2857151"/>
                <a:ext cx="602484" cy="67073"/>
              </a:xfrm>
              <a:custGeom>
                <a:avLst/>
                <a:gdLst/>
                <a:ahLst/>
                <a:cxnLst/>
                <a:rect l="l" t="t" r="r" b="b"/>
                <a:pathLst>
                  <a:path w="13851" h="1542" extrusionOk="0">
                    <a:moveTo>
                      <a:pt x="13494" y="1"/>
                    </a:moveTo>
                    <a:cubicBezTo>
                      <a:pt x="13322" y="1"/>
                      <a:pt x="13137" y="58"/>
                      <a:pt x="13137" y="243"/>
                    </a:cubicBezTo>
                    <a:lnTo>
                      <a:pt x="1" y="243"/>
                    </a:lnTo>
                    <a:lnTo>
                      <a:pt x="1" y="1541"/>
                    </a:lnTo>
                    <a:lnTo>
                      <a:pt x="243" y="1541"/>
                    </a:lnTo>
                    <a:lnTo>
                      <a:pt x="243" y="472"/>
                    </a:lnTo>
                    <a:lnTo>
                      <a:pt x="13137" y="472"/>
                    </a:lnTo>
                    <a:cubicBezTo>
                      <a:pt x="13137" y="600"/>
                      <a:pt x="13322" y="714"/>
                      <a:pt x="13494" y="714"/>
                    </a:cubicBezTo>
                    <a:cubicBezTo>
                      <a:pt x="13679" y="714"/>
                      <a:pt x="13850" y="543"/>
                      <a:pt x="13850" y="357"/>
                    </a:cubicBezTo>
                    <a:cubicBezTo>
                      <a:pt x="13850" y="115"/>
                      <a:pt x="13679" y="1"/>
                      <a:pt x="1349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8" name="Google Shape;558;p22"/>
              <p:cNvSpPr/>
              <p:nvPr/>
            </p:nvSpPr>
            <p:spPr>
              <a:xfrm rot="-5400000">
                <a:off x="4342753" y="2990231"/>
                <a:ext cx="395827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9100" h="2426" extrusionOk="0">
                    <a:moveTo>
                      <a:pt x="8686" y="1"/>
                    </a:moveTo>
                    <a:cubicBezTo>
                      <a:pt x="8558" y="1"/>
                      <a:pt x="8387" y="115"/>
                      <a:pt x="8330" y="229"/>
                    </a:cubicBezTo>
                    <a:lnTo>
                      <a:pt x="0" y="229"/>
                    </a:lnTo>
                    <a:lnTo>
                      <a:pt x="0" y="2425"/>
                    </a:lnTo>
                    <a:lnTo>
                      <a:pt x="243" y="2425"/>
                    </a:lnTo>
                    <a:lnTo>
                      <a:pt x="243" y="471"/>
                    </a:lnTo>
                    <a:lnTo>
                      <a:pt x="8330" y="471"/>
                    </a:lnTo>
                    <a:cubicBezTo>
                      <a:pt x="8387" y="642"/>
                      <a:pt x="8558" y="771"/>
                      <a:pt x="8686" y="771"/>
                    </a:cubicBezTo>
                    <a:cubicBezTo>
                      <a:pt x="8914" y="771"/>
                      <a:pt x="9100" y="585"/>
                      <a:pt x="9100" y="357"/>
                    </a:cubicBezTo>
                    <a:cubicBezTo>
                      <a:pt x="9100" y="172"/>
                      <a:pt x="8914" y="1"/>
                      <a:pt x="868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9" name="Google Shape;559;p22"/>
              <p:cNvSpPr/>
              <p:nvPr/>
            </p:nvSpPr>
            <p:spPr>
              <a:xfrm rot="-5400000">
                <a:off x="4236967" y="2935946"/>
                <a:ext cx="565859" cy="147065"/>
              </a:xfrm>
              <a:custGeom>
                <a:avLst/>
                <a:gdLst/>
                <a:ahLst/>
                <a:cxnLst/>
                <a:rect l="l" t="t" r="r" b="b"/>
                <a:pathLst>
                  <a:path w="13009" h="3381" extrusionOk="0">
                    <a:moveTo>
                      <a:pt x="12594" y="0"/>
                    </a:moveTo>
                    <a:cubicBezTo>
                      <a:pt x="12480" y="0"/>
                      <a:pt x="12295" y="114"/>
                      <a:pt x="12238" y="242"/>
                    </a:cubicBezTo>
                    <a:lnTo>
                      <a:pt x="0" y="242"/>
                    </a:lnTo>
                    <a:lnTo>
                      <a:pt x="0" y="3380"/>
                    </a:lnTo>
                    <a:lnTo>
                      <a:pt x="243" y="3380"/>
                    </a:lnTo>
                    <a:lnTo>
                      <a:pt x="243" y="471"/>
                    </a:lnTo>
                    <a:lnTo>
                      <a:pt x="12238" y="471"/>
                    </a:lnTo>
                    <a:cubicBezTo>
                      <a:pt x="12295" y="656"/>
                      <a:pt x="12480" y="770"/>
                      <a:pt x="12594" y="770"/>
                    </a:cubicBezTo>
                    <a:cubicBezTo>
                      <a:pt x="12837" y="770"/>
                      <a:pt x="13008" y="599"/>
                      <a:pt x="13008" y="357"/>
                    </a:cubicBezTo>
                    <a:cubicBezTo>
                      <a:pt x="13008" y="171"/>
                      <a:pt x="12837" y="0"/>
                      <a:pt x="1259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0" name="Google Shape;560;p22"/>
              <p:cNvSpPr/>
              <p:nvPr/>
            </p:nvSpPr>
            <p:spPr>
              <a:xfrm rot="-5400000">
                <a:off x="4284728" y="3027769"/>
                <a:ext cx="421317" cy="196087"/>
              </a:xfrm>
              <a:custGeom>
                <a:avLst/>
                <a:gdLst/>
                <a:ahLst/>
                <a:cxnLst/>
                <a:rect l="l" t="t" r="r" b="b"/>
                <a:pathLst>
                  <a:path w="9686" h="4508" extrusionOk="0">
                    <a:moveTo>
                      <a:pt x="9329" y="0"/>
                    </a:moveTo>
                    <a:cubicBezTo>
                      <a:pt x="9157" y="0"/>
                      <a:pt x="8972" y="114"/>
                      <a:pt x="8972" y="300"/>
                    </a:cubicBezTo>
                    <a:lnTo>
                      <a:pt x="1" y="300"/>
                    </a:lnTo>
                    <a:lnTo>
                      <a:pt x="1" y="4507"/>
                    </a:lnTo>
                    <a:lnTo>
                      <a:pt x="243" y="4507"/>
                    </a:lnTo>
                    <a:lnTo>
                      <a:pt x="243" y="528"/>
                    </a:lnTo>
                    <a:lnTo>
                      <a:pt x="8972" y="528"/>
                    </a:lnTo>
                    <a:cubicBezTo>
                      <a:pt x="8972" y="656"/>
                      <a:pt x="9157" y="770"/>
                      <a:pt x="9329" y="770"/>
                    </a:cubicBezTo>
                    <a:cubicBezTo>
                      <a:pt x="9514" y="770"/>
                      <a:pt x="9685" y="585"/>
                      <a:pt x="9685" y="414"/>
                    </a:cubicBezTo>
                    <a:cubicBezTo>
                      <a:pt x="9685" y="171"/>
                      <a:pt x="9514" y="0"/>
                      <a:pt x="932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 rot="-5400000">
                <a:off x="3936988" y="3222875"/>
                <a:ext cx="1067777" cy="245108"/>
              </a:xfrm>
              <a:custGeom>
                <a:avLst/>
                <a:gdLst/>
                <a:ahLst/>
                <a:cxnLst/>
                <a:rect l="l" t="t" r="r" b="b"/>
                <a:pathLst>
                  <a:path w="24548" h="5635" extrusionOk="0">
                    <a:moveTo>
                      <a:pt x="24190" y="0"/>
                    </a:moveTo>
                    <a:cubicBezTo>
                      <a:pt x="24005" y="0"/>
                      <a:pt x="23834" y="115"/>
                      <a:pt x="23834" y="229"/>
                    </a:cubicBezTo>
                    <a:lnTo>
                      <a:pt x="11525" y="229"/>
                    </a:lnTo>
                    <a:lnTo>
                      <a:pt x="11525" y="4151"/>
                    </a:lnTo>
                    <a:lnTo>
                      <a:pt x="1" y="4151"/>
                    </a:lnTo>
                    <a:lnTo>
                      <a:pt x="1" y="5634"/>
                    </a:lnTo>
                    <a:lnTo>
                      <a:pt x="243" y="5634"/>
                    </a:lnTo>
                    <a:lnTo>
                      <a:pt x="243" y="4393"/>
                    </a:lnTo>
                    <a:lnTo>
                      <a:pt x="11768" y="4393"/>
                    </a:lnTo>
                    <a:lnTo>
                      <a:pt x="11768" y="471"/>
                    </a:lnTo>
                    <a:lnTo>
                      <a:pt x="23834" y="471"/>
                    </a:lnTo>
                    <a:cubicBezTo>
                      <a:pt x="23834" y="642"/>
                      <a:pt x="24005" y="771"/>
                      <a:pt x="24190" y="771"/>
                    </a:cubicBezTo>
                    <a:cubicBezTo>
                      <a:pt x="24362" y="771"/>
                      <a:pt x="24547" y="585"/>
                      <a:pt x="24547" y="357"/>
                    </a:cubicBezTo>
                    <a:cubicBezTo>
                      <a:pt x="24547" y="172"/>
                      <a:pt x="24362" y="0"/>
                      <a:pt x="241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2" name="Google Shape;562;p22"/>
              <p:cNvSpPr/>
              <p:nvPr/>
            </p:nvSpPr>
            <p:spPr>
              <a:xfrm rot="-5400000">
                <a:off x="3583049" y="3406216"/>
                <a:ext cx="1613105" cy="206613"/>
              </a:xfrm>
              <a:custGeom>
                <a:avLst/>
                <a:gdLst/>
                <a:ahLst/>
                <a:cxnLst/>
                <a:rect l="l" t="t" r="r" b="b"/>
                <a:pathLst>
                  <a:path w="37085" h="4750" extrusionOk="0">
                    <a:moveTo>
                      <a:pt x="36670" y="0"/>
                    </a:moveTo>
                    <a:cubicBezTo>
                      <a:pt x="36542" y="0"/>
                      <a:pt x="36371" y="114"/>
                      <a:pt x="36314" y="228"/>
                    </a:cubicBezTo>
                    <a:lnTo>
                      <a:pt x="20325" y="228"/>
                    </a:lnTo>
                    <a:lnTo>
                      <a:pt x="20325" y="4507"/>
                    </a:lnTo>
                    <a:lnTo>
                      <a:pt x="1" y="4507"/>
                    </a:lnTo>
                    <a:lnTo>
                      <a:pt x="1" y="4750"/>
                    </a:lnTo>
                    <a:lnTo>
                      <a:pt x="20568" y="4750"/>
                    </a:lnTo>
                    <a:lnTo>
                      <a:pt x="20568" y="471"/>
                    </a:lnTo>
                    <a:lnTo>
                      <a:pt x="36314" y="471"/>
                    </a:lnTo>
                    <a:cubicBezTo>
                      <a:pt x="36371" y="642"/>
                      <a:pt x="36542" y="713"/>
                      <a:pt x="36670" y="713"/>
                    </a:cubicBezTo>
                    <a:cubicBezTo>
                      <a:pt x="36899" y="713"/>
                      <a:pt x="37084" y="585"/>
                      <a:pt x="37084" y="357"/>
                    </a:cubicBezTo>
                    <a:cubicBezTo>
                      <a:pt x="37084" y="171"/>
                      <a:pt x="36899" y="0"/>
                      <a:pt x="3667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3" name="Google Shape;563;p22"/>
              <p:cNvSpPr/>
              <p:nvPr/>
            </p:nvSpPr>
            <p:spPr>
              <a:xfrm rot="-5400000">
                <a:off x="3683572" y="3550758"/>
                <a:ext cx="1318409" cy="212224"/>
              </a:xfrm>
              <a:custGeom>
                <a:avLst/>
                <a:gdLst/>
                <a:ahLst/>
                <a:cxnLst/>
                <a:rect l="l" t="t" r="r" b="b"/>
                <a:pathLst>
                  <a:path w="30310" h="4879" extrusionOk="0">
                    <a:moveTo>
                      <a:pt x="29896" y="0"/>
                    </a:moveTo>
                    <a:cubicBezTo>
                      <a:pt x="29767" y="0"/>
                      <a:pt x="29596" y="71"/>
                      <a:pt x="29539" y="243"/>
                    </a:cubicBezTo>
                    <a:lnTo>
                      <a:pt x="18956" y="243"/>
                    </a:lnTo>
                    <a:lnTo>
                      <a:pt x="18956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9198" y="4878"/>
                    </a:lnTo>
                    <a:lnTo>
                      <a:pt x="19198" y="485"/>
                    </a:lnTo>
                    <a:lnTo>
                      <a:pt x="29539" y="485"/>
                    </a:lnTo>
                    <a:cubicBezTo>
                      <a:pt x="29596" y="599"/>
                      <a:pt x="29767" y="713"/>
                      <a:pt x="29896" y="713"/>
                    </a:cubicBezTo>
                    <a:cubicBezTo>
                      <a:pt x="30124" y="713"/>
                      <a:pt x="30309" y="542"/>
                      <a:pt x="30309" y="357"/>
                    </a:cubicBezTo>
                    <a:cubicBezTo>
                      <a:pt x="30309" y="129"/>
                      <a:pt x="30124" y="0"/>
                      <a:pt x="298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4" name="Google Shape;564;p22"/>
              <p:cNvSpPr/>
              <p:nvPr/>
            </p:nvSpPr>
            <p:spPr>
              <a:xfrm rot="-5400000">
                <a:off x="3890469" y="3910287"/>
                <a:ext cx="679996" cy="131580"/>
              </a:xfrm>
              <a:custGeom>
                <a:avLst/>
                <a:gdLst/>
                <a:ahLst/>
                <a:cxnLst/>
                <a:rect l="l" t="t" r="r" b="b"/>
                <a:pathLst>
                  <a:path w="15633" h="3025" extrusionOk="0">
                    <a:moveTo>
                      <a:pt x="15219" y="1"/>
                    </a:moveTo>
                    <a:cubicBezTo>
                      <a:pt x="15034" y="1"/>
                      <a:pt x="14863" y="115"/>
                      <a:pt x="14863" y="357"/>
                    </a:cubicBezTo>
                    <a:cubicBezTo>
                      <a:pt x="14863" y="528"/>
                      <a:pt x="14977" y="714"/>
                      <a:pt x="15219" y="714"/>
                    </a:cubicBezTo>
                    <a:lnTo>
                      <a:pt x="15219" y="2796"/>
                    </a:lnTo>
                    <a:lnTo>
                      <a:pt x="1" y="2796"/>
                    </a:lnTo>
                    <a:lnTo>
                      <a:pt x="1" y="3024"/>
                    </a:lnTo>
                    <a:lnTo>
                      <a:pt x="15447" y="3024"/>
                    </a:lnTo>
                    <a:lnTo>
                      <a:pt x="15447" y="657"/>
                    </a:lnTo>
                    <a:cubicBezTo>
                      <a:pt x="15504" y="585"/>
                      <a:pt x="15633" y="471"/>
                      <a:pt x="15633" y="357"/>
                    </a:cubicBezTo>
                    <a:cubicBezTo>
                      <a:pt x="15633" y="115"/>
                      <a:pt x="15447" y="1"/>
                      <a:pt x="1521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5" name="Google Shape;565;p22"/>
              <p:cNvSpPr/>
              <p:nvPr/>
            </p:nvSpPr>
            <p:spPr>
              <a:xfrm rot="-5400000">
                <a:off x="3593294" y="3509501"/>
                <a:ext cx="1400924" cy="212224"/>
              </a:xfrm>
              <a:custGeom>
                <a:avLst/>
                <a:gdLst/>
                <a:ahLst/>
                <a:cxnLst/>
                <a:rect l="l" t="t" r="r" b="b"/>
                <a:pathLst>
                  <a:path w="32207" h="4879" extrusionOk="0">
                    <a:moveTo>
                      <a:pt x="31850" y="0"/>
                    </a:moveTo>
                    <a:cubicBezTo>
                      <a:pt x="31678" y="0"/>
                      <a:pt x="31493" y="57"/>
                      <a:pt x="31493" y="243"/>
                    </a:cubicBezTo>
                    <a:lnTo>
                      <a:pt x="17715" y="243"/>
                    </a:lnTo>
                    <a:lnTo>
                      <a:pt x="17715" y="4636"/>
                    </a:lnTo>
                    <a:lnTo>
                      <a:pt x="1" y="4636"/>
                    </a:lnTo>
                    <a:lnTo>
                      <a:pt x="1" y="4878"/>
                    </a:lnTo>
                    <a:lnTo>
                      <a:pt x="17943" y="4878"/>
                    </a:lnTo>
                    <a:lnTo>
                      <a:pt x="17943" y="485"/>
                    </a:lnTo>
                    <a:lnTo>
                      <a:pt x="31493" y="485"/>
                    </a:lnTo>
                    <a:cubicBezTo>
                      <a:pt x="31493" y="599"/>
                      <a:pt x="31678" y="714"/>
                      <a:pt x="31850" y="714"/>
                    </a:cubicBezTo>
                    <a:cubicBezTo>
                      <a:pt x="32035" y="714"/>
                      <a:pt x="32206" y="542"/>
                      <a:pt x="32206" y="357"/>
                    </a:cubicBezTo>
                    <a:cubicBezTo>
                      <a:pt x="32206" y="129"/>
                      <a:pt x="32035" y="0"/>
                      <a:pt x="3185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66" name="Google Shape;566;p22"/>
              <p:cNvSpPr/>
              <p:nvPr/>
            </p:nvSpPr>
            <p:spPr>
              <a:xfrm rot="-5400000">
                <a:off x="3468913" y="3442188"/>
                <a:ext cx="1533069" cy="214704"/>
              </a:xfrm>
              <a:custGeom>
                <a:avLst/>
                <a:gdLst/>
                <a:ahLst/>
                <a:cxnLst/>
                <a:rect l="l" t="t" r="r" b="b"/>
                <a:pathLst>
                  <a:path w="35245" h="4936" extrusionOk="0">
                    <a:moveTo>
                      <a:pt x="34831" y="0"/>
                    </a:moveTo>
                    <a:cubicBezTo>
                      <a:pt x="34702" y="0"/>
                      <a:pt x="34531" y="71"/>
                      <a:pt x="34474" y="243"/>
                    </a:cubicBezTo>
                    <a:lnTo>
                      <a:pt x="16403" y="243"/>
                    </a:lnTo>
                    <a:lnTo>
                      <a:pt x="16403" y="4707"/>
                    </a:lnTo>
                    <a:lnTo>
                      <a:pt x="1" y="4707"/>
                    </a:lnTo>
                    <a:lnTo>
                      <a:pt x="1" y="4935"/>
                    </a:lnTo>
                    <a:lnTo>
                      <a:pt x="16645" y="4935"/>
                    </a:lnTo>
                    <a:lnTo>
                      <a:pt x="16645" y="485"/>
                    </a:lnTo>
                    <a:lnTo>
                      <a:pt x="34474" y="485"/>
                    </a:lnTo>
                    <a:cubicBezTo>
                      <a:pt x="34531" y="599"/>
                      <a:pt x="34702" y="713"/>
                      <a:pt x="34831" y="713"/>
                    </a:cubicBezTo>
                    <a:cubicBezTo>
                      <a:pt x="35059" y="713"/>
                      <a:pt x="35244" y="542"/>
                      <a:pt x="35244" y="357"/>
                    </a:cubicBezTo>
                    <a:cubicBezTo>
                      <a:pt x="35244" y="129"/>
                      <a:pt x="35059" y="0"/>
                      <a:pt x="3483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sp>
        <p:nvSpPr>
          <p:cNvPr id="567" name="Google Shape;567;p22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3951000" cy="21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68" name="Google Shape;568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4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78" name="Google Shape;578;p24"/>
          <p:cNvGrpSpPr/>
          <p:nvPr/>
        </p:nvGrpSpPr>
        <p:grpSpPr>
          <a:xfrm rot="10800000">
            <a:off x="8269376" y="-1033024"/>
            <a:ext cx="764293" cy="3145045"/>
            <a:chOff x="426802" y="2674436"/>
            <a:chExt cx="397738" cy="1636680"/>
          </a:xfrm>
        </p:grpSpPr>
        <p:sp>
          <p:nvSpPr>
            <p:cNvPr id="579" name="Google Shape;579;p24"/>
            <p:cNvSpPr/>
            <p:nvPr/>
          </p:nvSpPr>
          <p:spPr>
            <a:xfrm rot="-5400000">
              <a:off x="-81621" y="3482511"/>
              <a:ext cx="1556645" cy="100566"/>
            </a:xfrm>
            <a:custGeom>
              <a:avLst/>
              <a:gdLst/>
              <a:ahLst/>
              <a:cxnLst/>
              <a:rect l="l" t="t" r="r" b="b"/>
              <a:pathLst>
                <a:path w="35787" h="2312" extrusionOk="0">
                  <a:moveTo>
                    <a:pt x="17658" y="1"/>
                  </a:moveTo>
                  <a:lnTo>
                    <a:pt x="15576" y="2083"/>
                  </a:lnTo>
                  <a:lnTo>
                    <a:pt x="1" y="2083"/>
                  </a:lnTo>
                  <a:lnTo>
                    <a:pt x="1" y="2312"/>
                  </a:lnTo>
                  <a:lnTo>
                    <a:pt x="15633" y="2312"/>
                  </a:lnTo>
                  <a:lnTo>
                    <a:pt x="17772" y="243"/>
                  </a:lnTo>
                  <a:lnTo>
                    <a:pt x="23363" y="243"/>
                  </a:lnTo>
                  <a:lnTo>
                    <a:pt x="24904" y="1784"/>
                  </a:lnTo>
                  <a:lnTo>
                    <a:pt x="35073" y="1784"/>
                  </a:lnTo>
                  <a:cubicBezTo>
                    <a:pt x="35130" y="1898"/>
                    <a:pt x="35244" y="2026"/>
                    <a:pt x="35430" y="2026"/>
                  </a:cubicBezTo>
                  <a:cubicBezTo>
                    <a:pt x="35601" y="2026"/>
                    <a:pt x="35786" y="1841"/>
                    <a:pt x="35786" y="1670"/>
                  </a:cubicBezTo>
                  <a:cubicBezTo>
                    <a:pt x="35786" y="1427"/>
                    <a:pt x="35601" y="1242"/>
                    <a:pt x="35430" y="1242"/>
                  </a:cubicBezTo>
                  <a:cubicBezTo>
                    <a:pt x="35244" y="1242"/>
                    <a:pt x="35130" y="1370"/>
                    <a:pt x="35073" y="1541"/>
                  </a:cubicBezTo>
                  <a:lnTo>
                    <a:pt x="25018" y="1541"/>
                  </a:lnTo>
                  <a:lnTo>
                    <a:pt x="234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0" name="Google Shape;580;p24"/>
            <p:cNvSpPr/>
            <p:nvPr/>
          </p:nvSpPr>
          <p:spPr>
            <a:xfrm rot="-5400000">
              <a:off x="-285730" y="3386968"/>
              <a:ext cx="1636680" cy="211615"/>
            </a:xfrm>
            <a:custGeom>
              <a:avLst/>
              <a:gdLst/>
              <a:ahLst/>
              <a:cxnLst/>
              <a:rect l="l" t="t" r="r" b="b"/>
              <a:pathLst>
                <a:path w="37627" h="4865" extrusionOk="0">
                  <a:moveTo>
                    <a:pt x="13137" y="1"/>
                  </a:moveTo>
                  <a:lnTo>
                    <a:pt x="13137" y="4636"/>
                  </a:lnTo>
                  <a:lnTo>
                    <a:pt x="12181" y="4636"/>
                  </a:lnTo>
                  <a:lnTo>
                    <a:pt x="12181" y="771"/>
                  </a:lnTo>
                  <a:lnTo>
                    <a:pt x="1" y="771"/>
                  </a:lnTo>
                  <a:lnTo>
                    <a:pt x="1" y="1014"/>
                  </a:lnTo>
                  <a:lnTo>
                    <a:pt x="11953" y="1014"/>
                  </a:lnTo>
                  <a:lnTo>
                    <a:pt x="11953" y="4865"/>
                  </a:lnTo>
                  <a:lnTo>
                    <a:pt x="13379" y="4865"/>
                  </a:lnTo>
                  <a:lnTo>
                    <a:pt x="13379" y="229"/>
                  </a:lnTo>
                  <a:lnTo>
                    <a:pt x="20454" y="229"/>
                  </a:lnTo>
                  <a:lnTo>
                    <a:pt x="22237" y="2083"/>
                  </a:lnTo>
                  <a:lnTo>
                    <a:pt x="36856" y="2083"/>
                  </a:lnTo>
                  <a:cubicBezTo>
                    <a:pt x="36913" y="2197"/>
                    <a:pt x="37084" y="2311"/>
                    <a:pt x="37213" y="2311"/>
                  </a:cubicBezTo>
                  <a:cubicBezTo>
                    <a:pt x="37441" y="2311"/>
                    <a:pt x="37626" y="2140"/>
                    <a:pt x="37626" y="1955"/>
                  </a:cubicBezTo>
                  <a:cubicBezTo>
                    <a:pt x="37626" y="1727"/>
                    <a:pt x="37441" y="1541"/>
                    <a:pt x="37213" y="1541"/>
                  </a:cubicBezTo>
                  <a:cubicBezTo>
                    <a:pt x="37084" y="1541"/>
                    <a:pt x="36913" y="1655"/>
                    <a:pt x="36856" y="1841"/>
                  </a:cubicBezTo>
                  <a:lnTo>
                    <a:pt x="22351" y="1841"/>
                  </a:lnTo>
                  <a:lnTo>
                    <a:pt x="2051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1" name="Google Shape;581;p24"/>
            <p:cNvSpPr/>
            <p:nvPr/>
          </p:nvSpPr>
          <p:spPr>
            <a:xfrm rot="-5400000">
              <a:off x="416274" y="4013898"/>
              <a:ext cx="447372" cy="147065"/>
            </a:xfrm>
            <a:custGeom>
              <a:avLst/>
              <a:gdLst/>
              <a:ahLst/>
              <a:cxnLst/>
              <a:rect l="l" t="t" r="r" b="b"/>
              <a:pathLst>
                <a:path w="10285" h="3381" extrusionOk="0">
                  <a:moveTo>
                    <a:pt x="1" y="0"/>
                  </a:moveTo>
                  <a:lnTo>
                    <a:pt x="1" y="228"/>
                  </a:lnTo>
                  <a:lnTo>
                    <a:pt x="9757" y="228"/>
                  </a:lnTo>
                  <a:lnTo>
                    <a:pt x="9757" y="2667"/>
                  </a:lnTo>
                  <a:cubicBezTo>
                    <a:pt x="9628" y="2667"/>
                    <a:pt x="9514" y="2853"/>
                    <a:pt x="9514" y="3024"/>
                  </a:cubicBezTo>
                  <a:cubicBezTo>
                    <a:pt x="9514" y="3209"/>
                    <a:pt x="9685" y="3380"/>
                    <a:pt x="9871" y="3380"/>
                  </a:cubicBezTo>
                  <a:cubicBezTo>
                    <a:pt x="10113" y="3380"/>
                    <a:pt x="10284" y="3209"/>
                    <a:pt x="10284" y="3024"/>
                  </a:cubicBezTo>
                  <a:cubicBezTo>
                    <a:pt x="10284" y="2853"/>
                    <a:pt x="10170" y="2667"/>
                    <a:pt x="9985" y="2667"/>
                  </a:cubicBezTo>
                  <a:lnTo>
                    <a:pt x="998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2" name="Google Shape;582;p24"/>
            <p:cNvSpPr/>
            <p:nvPr/>
          </p:nvSpPr>
          <p:spPr>
            <a:xfrm rot="-5400000">
              <a:off x="32255" y="3518831"/>
              <a:ext cx="1497053" cy="87517"/>
            </a:xfrm>
            <a:custGeom>
              <a:avLst/>
              <a:gdLst/>
              <a:ahLst/>
              <a:cxnLst/>
              <a:rect l="l" t="t" r="r" b="b"/>
              <a:pathLst>
                <a:path w="34417" h="2012" extrusionOk="0">
                  <a:moveTo>
                    <a:pt x="18243" y="0"/>
                  </a:moveTo>
                  <a:lnTo>
                    <a:pt x="16588" y="1655"/>
                  </a:lnTo>
                  <a:lnTo>
                    <a:pt x="1" y="1655"/>
                  </a:lnTo>
                  <a:lnTo>
                    <a:pt x="1" y="1897"/>
                  </a:lnTo>
                  <a:lnTo>
                    <a:pt x="16645" y="1897"/>
                  </a:lnTo>
                  <a:lnTo>
                    <a:pt x="18314" y="229"/>
                  </a:lnTo>
                  <a:lnTo>
                    <a:pt x="22522" y="229"/>
                  </a:lnTo>
                  <a:lnTo>
                    <a:pt x="24076" y="1783"/>
                  </a:lnTo>
                  <a:lnTo>
                    <a:pt x="33647" y="1783"/>
                  </a:lnTo>
                  <a:cubicBezTo>
                    <a:pt x="33704" y="1954"/>
                    <a:pt x="33875" y="2011"/>
                    <a:pt x="34003" y="2011"/>
                  </a:cubicBezTo>
                  <a:cubicBezTo>
                    <a:pt x="34232" y="2011"/>
                    <a:pt x="34417" y="1840"/>
                    <a:pt x="34417" y="1655"/>
                  </a:cubicBezTo>
                  <a:cubicBezTo>
                    <a:pt x="34417" y="1427"/>
                    <a:pt x="34232" y="1298"/>
                    <a:pt x="34003" y="1298"/>
                  </a:cubicBezTo>
                  <a:cubicBezTo>
                    <a:pt x="33875" y="1298"/>
                    <a:pt x="33704" y="1370"/>
                    <a:pt x="33647" y="1541"/>
                  </a:cubicBezTo>
                  <a:lnTo>
                    <a:pt x="24191" y="1541"/>
                  </a:lnTo>
                  <a:lnTo>
                    <a:pt x="2265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3" name="Google Shape;583;p24"/>
            <p:cNvSpPr/>
            <p:nvPr/>
          </p:nvSpPr>
          <p:spPr>
            <a:xfrm rot="-5400000">
              <a:off x="48067" y="3573094"/>
              <a:ext cx="1377957" cy="98087"/>
            </a:xfrm>
            <a:custGeom>
              <a:avLst/>
              <a:gdLst/>
              <a:ahLst/>
              <a:cxnLst/>
              <a:rect l="l" t="t" r="r" b="b"/>
              <a:pathLst>
                <a:path w="31679" h="2255" extrusionOk="0">
                  <a:moveTo>
                    <a:pt x="18186" y="1"/>
                  </a:moveTo>
                  <a:lnTo>
                    <a:pt x="16232" y="1955"/>
                  </a:lnTo>
                  <a:lnTo>
                    <a:pt x="1" y="1955"/>
                  </a:lnTo>
                  <a:lnTo>
                    <a:pt x="1" y="2197"/>
                  </a:lnTo>
                  <a:lnTo>
                    <a:pt x="16346" y="2197"/>
                  </a:lnTo>
                  <a:lnTo>
                    <a:pt x="18314" y="229"/>
                  </a:lnTo>
                  <a:lnTo>
                    <a:pt x="22950" y="229"/>
                  </a:lnTo>
                  <a:lnTo>
                    <a:pt x="24661" y="1955"/>
                  </a:lnTo>
                  <a:lnTo>
                    <a:pt x="30908" y="1955"/>
                  </a:lnTo>
                  <a:cubicBezTo>
                    <a:pt x="30965" y="2140"/>
                    <a:pt x="31151" y="2254"/>
                    <a:pt x="31265" y="2254"/>
                  </a:cubicBezTo>
                  <a:cubicBezTo>
                    <a:pt x="31507" y="2254"/>
                    <a:pt x="31679" y="2069"/>
                    <a:pt x="31679" y="1840"/>
                  </a:cubicBezTo>
                  <a:cubicBezTo>
                    <a:pt x="31679" y="1655"/>
                    <a:pt x="31507" y="1484"/>
                    <a:pt x="31265" y="1484"/>
                  </a:cubicBezTo>
                  <a:cubicBezTo>
                    <a:pt x="31151" y="1484"/>
                    <a:pt x="30965" y="1598"/>
                    <a:pt x="30908" y="1712"/>
                  </a:cubicBezTo>
                  <a:lnTo>
                    <a:pt x="24733" y="1712"/>
                  </a:lnTo>
                  <a:lnTo>
                    <a:pt x="230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4" name="Google Shape;584;p24"/>
            <p:cNvSpPr/>
            <p:nvPr/>
          </p:nvSpPr>
          <p:spPr>
            <a:xfrm rot="-5400000">
              <a:off x="-80031" y="3527509"/>
              <a:ext cx="1354991" cy="212224"/>
            </a:xfrm>
            <a:custGeom>
              <a:avLst/>
              <a:gdLst/>
              <a:ahLst/>
              <a:cxnLst/>
              <a:rect l="l" t="t" r="r" b="b"/>
              <a:pathLst>
                <a:path w="31151" h="4879" extrusionOk="0">
                  <a:moveTo>
                    <a:pt x="14749" y="0"/>
                  </a:moveTo>
                  <a:lnTo>
                    <a:pt x="14749" y="4636"/>
                  </a:lnTo>
                  <a:lnTo>
                    <a:pt x="10755" y="4636"/>
                  </a:lnTo>
                  <a:lnTo>
                    <a:pt x="10755" y="956"/>
                  </a:lnTo>
                  <a:lnTo>
                    <a:pt x="1" y="956"/>
                  </a:lnTo>
                  <a:lnTo>
                    <a:pt x="1" y="1184"/>
                  </a:lnTo>
                  <a:lnTo>
                    <a:pt x="10527" y="1184"/>
                  </a:lnTo>
                  <a:lnTo>
                    <a:pt x="10527" y="4878"/>
                  </a:lnTo>
                  <a:lnTo>
                    <a:pt x="14977" y="4878"/>
                  </a:lnTo>
                  <a:lnTo>
                    <a:pt x="14977" y="243"/>
                  </a:lnTo>
                  <a:lnTo>
                    <a:pt x="18842" y="243"/>
                  </a:lnTo>
                  <a:lnTo>
                    <a:pt x="21281" y="2739"/>
                  </a:lnTo>
                  <a:lnTo>
                    <a:pt x="30366" y="2739"/>
                  </a:lnTo>
                  <a:cubicBezTo>
                    <a:pt x="30438" y="2853"/>
                    <a:pt x="30609" y="2967"/>
                    <a:pt x="30723" y="2967"/>
                  </a:cubicBezTo>
                  <a:cubicBezTo>
                    <a:pt x="30965" y="2967"/>
                    <a:pt x="31151" y="2796"/>
                    <a:pt x="31151" y="2610"/>
                  </a:cubicBezTo>
                  <a:cubicBezTo>
                    <a:pt x="31151" y="2382"/>
                    <a:pt x="30965" y="2197"/>
                    <a:pt x="30723" y="2197"/>
                  </a:cubicBezTo>
                  <a:cubicBezTo>
                    <a:pt x="30609" y="2197"/>
                    <a:pt x="30438" y="2311"/>
                    <a:pt x="30366" y="2496"/>
                  </a:cubicBezTo>
                  <a:lnTo>
                    <a:pt x="21395" y="2496"/>
                  </a:lnTo>
                  <a:lnTo>
                    <a:pt x="188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24"/>
            <p:cNvSpPr/>
            <p:nvPr/>
          </p:nvSpPr>
          <p:spPr>
            <a:xfrm rot="-5400000">
              <a:off x="-149844" y="3491841"/>
              <a:ext cx="1429458" cy="209092"/>
            </a:xfrm>
            <a:custGeom>
              <a:avLst/>
              <a:gdLst/>
              <a:ahLst/>
              <a:cxnLst/>
              <a:rect l="l" t="t" r="r" b="b"/>
              <a:pathLst>
                <a:path w="32863" h="4807" extrusionOk="0">
                  <a:moveTo>
                    <a:pt x="13850" y="0"/>
                  </a:moveTo>
                  <a:lnTo>
                    <a:pt x="13850" y="4578"/>
                  </a:lnTo>
                  <a:lnTo>
                    <a:pt x="11411" y="4578"/>
                  </a:lnTo>
                  <a:lnTo>
                    <a:pt x="11411" y="884"/>
                  </a:lnTo>
                  <a:lnTo>
                    <a:pt x="1" y="884"/>
                  </a:lnTo>
                  <a:lnTo>
                    <a:pt x="1" y="1127"/>
                  </a:lnTo>
                  <a:lnTo>
                    <a:pt x="11183" y="1127"/>
                  </a:lnTo>
                  <a:lnTo>
                    <a:pt x="11183" y="4807"/>
                  </a:lnTo>
                  <a:lnTo>
                    <a:pt x="14092" y="4807"/>
                  </a:lnTo>
                  <a:lnTo>
                    <a:pt x="14092" y="243"/>
                  </a:lnTo>
                  <a:lnTo>
                    <a:pt x="19498" y="243"/>
                  </a:lnTo>
                  <a:lnTo>
                    <a:pt x="21637" y="2439"/>
                  </a:lnTo>
                  <a:lnTo>
                    <a:pt x="32149" y="2439"/>
                  </a:lnTo>
                  <a:cubicBezTo>
                    <a:pt x="32221" y="2553"/>
                    <a:pt x="32335" y="2667"/>
                    <a:pt x="32506" y="2667"/>
                  </a:cubicBezTo>
                  <a:cubicBezTo>
                    <a:pt x="32691" y="2667"/>
                    <a:pt x="32862" y="2496"/>
                    <a:pt x="32862" y="2311"/>
                  </a:cubicBezTo>
                  <a:cubicBezTo>
                    <a:pt x="32862" y="2082"/>
                    <a:pt x="32691" y="1954"/>
                    <a:pt x="32506" y="1954"/>
                  </a:cubicBezTo>
                  <a:cubicBezTo>
                    <a:pt x="32335" y="1954"/>
                    <a:pt x="32221" y="2025"/>
                    <a:pt x="32149" y="2197"/>
                  </a:cubicBezTo>
                  <a:lnTo>
                    <a:pt x="21752" y="2197"/>
                  </a:lnTo>
                  <a:lnTo>
                    <a:pt x="1955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86" name="Google Shape;586;p24"/>
          <p:cNvGrpSpPr/>
          <p:nvPr/>
        </p:nvGrpSpPr>
        <p:grpSpPr>
          <a:xfrm rot="5400000">
            <a:off x="980486" y="3488146"/>
            <a:ext cx="586678" cy="2547665"/>
            <a:chOff x="4792514" y="2979701"/>
            <a:chExt cx="305307" cy="1325804"/>
          </a:xfrm>
        </p:grpSpPr>
        <p:sp>
          <p:nvSpPr>
            <p:cNvPr id="587" name="Google Shape;587;p24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avLst/>
              <a:gdLst/>
              <a:ahLst/>
              <a:cxnLst/>
              <a:rect l="l" t="t" r="r" b="b"/>
              <a:pathLst>
                <a:path w="29111" h="2555" extrusionOk="0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24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avLst/>
              <a:gdLst/>
              <a:ahLst/>
              <a:cxnLst/>
              <a:rect l="l" t="t" r="r" b="b"/>
              <a:pathLst>
                <a:path w="30480" h="2440" extrusionOk="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24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avLst/>
              <a:gdLst/>
              <a:ahLst/>
              <a:cxnLst/>
              <a:rect l="l" t="t" r="r" b="b"/>
              <a:pathLst>
                <a:path w="27514" h="2312" extrusionOk="0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0" name="Google Shape;590;p24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avLst/>
              <a:gdLst/>
              <a:ahLst/>
              <a:cxnLst/>
              <a:rect l="l" t="t" r="r" b="b"/>
              <a:pathLst>
                <a:path w="25731" h="2326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1" name="Google Shape;591;p24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avLst/>
              <a:gdLst/>
              <a:ahLst/>
              <a:cxnLst/>
              <a:rect l="l" t="t" r="r" b="b"/>
              <a:pathLst>
                <a:path w="22037" h="714" extrusionOk="0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92" name="Google Shape;592;p24"/>
          <p:cNvSpPr txBox="1">
            <a:spLocks noGrp="1"/>
          </p:cNvSpPr>
          <p:nvPr>
            <p:ph type="subTitle" idx="1"/>
          </p:nvPr>
        </p:nvSpPr>
        <p:spPr>
          <a:xfrm>
            <a:off x="834813" y="3439723"/>
            <a:ext cx="22266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24"/>
          <p:cNvSpPr txBox="1">
            <a:spLocks noGrp="1"/>
          </p:cNvSpPr>
          <p:nvPr>
            <p:ph type="subTitle" idx="2"/>
          </p:nvPr>
        </p:nvSpPr>
        <p:spPr>
          <a:xfrm>
            <a:off x="3458787" y="3439724"/>
            <a:ext cx="22266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4"/>
          <p:cNvSpPr txBox="1">
            <a:spLocks noGrp="1"/>
          </p:cNvSpPr>
          <p:nvPr>
            <p:ph type="subTitle" idx="3"/>
          </p:nvPr>
        </p:nvSpPr>
        <p:spPr>
          <a:xfrm>
            <a:off x="6082750" y="3439724"/>
            <a:ext cx="22266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96" name="Google Shape;596;p24"/>
          <p:cNvSpPr txBox="1">
            <a:spLocks noGrp="1"/>
          </p:cNvSpPr>
          <p:nvPr>
            <p:ph type="subTitle" idx="4"/>
          </p:nvPr>
        </p:nvSpPr>
        <p:spPr>
          <a:xfrm>
            <a:off x="834813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97" name="Google Shape;597;p24"/>
          <p:cNvSpPr txBox="1">
            <a:spLocks noGrp="1"/>
          </p:cNvSpPr>
          <p:nvPr>
            <p:ph type="subTitle" idx="5"/>
          </p:nvPr>
        </p:nvSpPr>
        <p:spPr>
          <a:xfrm>
            <a:off x="3458790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98" name="Google Shape;598;p24"/>
          <p:cNvSpPr txBox="1">
            <a:spLocks noGrp="1"/>
          </p:cNvSpPr>
          <p:nvPr>
            <p:ph type="subTitle" idx="6"/>
          </p:nvPr>
        </p:nvSpPr>
        <p:spPr>
          <a:xfrm>
            <a:off x="6082754" y="2965175"/>
            <a:ext cx="2226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01" name="Google Shape;601;p25"/>
          <p:cNvGrpSpPr/>
          <p:nvPr/>
        </p:nvGrpSpPr>
        <p:grpSpPr>
          <a:xfrm rot="-5400000">
            <a:off x="7189326" y="2859976"/>
            <a:ext cx="764293" cy="3145045"/>
            <a:chOff x="426802" y="2674436"/>
            <a:chExt cx="397738" cy="1636680"/>
          </a:xfrm>
        </p:grpSpPr>
        <p:sp>
          <p:nvSpPr>
            <p:cNvPr id="602" name="Google Shape;602;p25"/>
            <p:cNvSpPr/>
            <p:nvPr/>
          </p:nvSpPr>
          <p:spPr>
            <a:xfrm rot="-5400000">
              <a:off x="-81621" y="3482511"/>
              <a:ext cx="1556645" cy="100566"/>
            </a:xfrm>
            <a:custGeom>
              <a:avLst/>
              <a:gdLst/>
              <a:ahLst/>
              <a:cxnLst/>
              <a:rect l="l" t="t" r="r" b="b"/>
              <a:pathLst>
                <a:path w="35787" h="2312" extrusionOk="0">
                  <a:moveTo>
                    <a:pt x="17658" y="1"/>
                  </a:moveTo>
                  <a:lnTo>
                    <a:pt x="15576" y="2083"/>
                  </a:lnTo>
                  <a:lnTo>
                    <a:pt x="1" y="2083"/>
                  </a:lnTo>
                  <a:lnTo>
                    <a:pt x="1" y="2312"/>
                  </a:lnTo>
                  <a:lnTo>
                    <a:pt x="15633" y="2312"/>
                  </a:lnTo>
                  <a:lnTo>
                    <a:pt x="17772" y="243"/>
                  </a:lnTo>
                  <a:lnTo>
                    <a:pt x="23363" y="243"/>
                  </a:lnTo>
                  <a:lnTo>
                    <a:pt x="24904" y="1784"/>
                  </a:lnTo>
                  <a:lnTo>
                    <a:pt x="35073" y="1784"/>
                  </a:lnTo>
                  <a:cubicBezTo>
                    <a:pt x="35130" y="1898"/>
                    <a:pt x="35244" y="2026"/>
                    <a:pt x="35430" y="2026"/>
                  </a:cubicBezTo>
                  <a:cubicBezTo>
                    <a:pt x="35601" y="2026"/>
                    <a:pt x="35786" y="1841"/>
                    <a:pt x="35786" y="1670"/>
                  </a:cubicBezTo>
                  <a:cubicBezTo>
                    <a:pt x="35786" y="1427"/>
                    <a:pt x="35601" y="1242"/>
                    <a:pt x="35430" y="1242"/>
                  </a:cubicBezTo>
                  <a:cubicBezTo>
                    <a:pt x="35244" y="1242"/>
                    <a:pt x="35130" y="1370"/>
                    <a:pt x="35073" y="1541"/>
                  </a:cubicBezTo>
                  <a:lnTo>
                    <a:pt x="25018" y="1541"/>
                  </a:lnTo>
                  <a:lnTo>
                    <a:pt x="2342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3" name="Google Shape;603;p25"/>
            <p:cNvSpPr/>
            <p:nvPr/>
          </p:nvSpPr>
          <p:spPr>
            <a:xfrm rot="-5400000">
              <a:off x="-285730" y="3386968"/>
              <a:ext cx="1636680" cy="211615"/>
            </a:xfrm>
            <a:custGeom>
              <a:avLst/>
              <a:gdLst/>
              <a:ahLst/>
              <a:cxnLst/>
              <a:rect l="l" t="t" r="r" b="b"/>
              <a:pathLst>
                <a:path w="37627" h="4865" extrusionOk="0">
                  <a:moveTo>
                    <a:pt x="13137" y="1"/>
                  </a:moveTo>
                  <a:lnTo>
                    <a:pt x="13137" y="4636"/>
                  </a:lnTo>
                  <a:lnTo>
                    <a:pt x="12181" y="4636"/>
                  </a:lnTo>
                  <a:lnTo>
                    <a:pt x="12181" y="771"/>
                  </a:lnTo>
                  <a:lnTo>
                    <a:pt x="1" y="771"/>
                  </a:lnTo>
                  <a:lnTo>
                    <a:pt x="1" y="1014"/>
                  </a:lnTo>
                  <a:lnTo>
                    <a:pt x="11953" y="1014"/>
                  </a:lnTo>
                  <a:lnTo>
                    <a:pt x="11953" y="4865"/>
                  </a:lnTo>
                  <a:lnTo>
                    <a:pt x="13379" y="4865"/>
                  </a:lnTo>
                  <a:lnTo>
                    <a:pt x="13379" y="229"/>
                  </a:lnTo>
                  <a:lnTo>
                    <a:pt x="20454" y="229"/>
                  </a:lnTo>
                  <a:lnTo>
                    <a:pt x="22237" y="2083"/>
                  </a:lnTo>
                  <a:lnTo>
                    <a:pt x="36856" y="2083"/>
                  </a:lnTo>
                  <a:cubicBezTo>
                    <a:pt x="36913" y="2197"/>
                    <a:pt x="37084" y="2311"/>
                    <a:pt x="37213" y="2311"/>
                  </a:cubicBezTo>
                  <a:cubicBezTo>
                    <a:pt x="37441" y="2311"/>
                    <a:pt x="37626" y="2140"/>
                    <a:pt x="37626" y="1955"/>
                  </a:cubicBezTo>
                  <a:cubicBezTo>
                    <a:pt x="37626" y="1727"/>
                    <a:pt x="37441" y="1541"/>
                    <a:pt x="37213" y="1541"/>
                  </a:cubicBezTo>
                  <a:cubicBezTo>
                    <a:pt x="37084" y="1541"/>
                    <a:pt x="36913" y="1655"/>
                    <a:pt x="36856" y="1841"/>
                  </a:cubicBezTo>
                  <a:lnTo>
                    <a:pt x="22351" y="1841"/>
                  </a:lnTo>
                  <a:lnTo>
                    <a:pt x="20511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4" name="Google Shape;604;p25"/>
            <p:cNvSpPr/>
            <p:nvPr/>
          </p:nvSpPr>
          <p:spPr>
            <a:xfrm rot="-5400000">
              <a:off x="416274" y="4013898"/>
              <a:ext cx="447372" cy="147065"/>
            </a:xfrm>
            <a:custGeom>
              <a:avLst/>
              <a:gdLst/>
              <a:ahLst/>
              <a:cxnLst/>
              <a:rect l="l" t="t" r="r" b="b"/>
              <a:pathLst>
                <a:path w="10285" h="3381" extrusionOk="0">
                  <a:moveTo>
                    <a:pt x="1" y="0"/>
                  </a:moveTo>
                  <a:lnTo>
                    <a:pt x="1" y="228"/>
                  </a:lnTo>
                  <a:lnTo>
                    <a:pt x="9757" y="228"/>
                  </a:lnTo>
                  <a:lnTo>
                    <a:pt x="9757" y="2667"/>
                  </a:lnTo>
                  <a:cubicBezTo>
                    <a:pt x="9628" y="2667"/>
                    <a:pt x="9514" y="2853"/>
                    <a:pt x="9514" y="3024"/>
                  </a:cubicBezTo>
                  <a:cubicBezTo>
                    <a:pt x="9514" y="3209"/>
                    <a:pt x="9685" y="3380"/>
                    <a:pt x="9871" y="3380"/>
                  </a:cubicBezTo>
                  <a:cubicBezTo>
                    <a:pt x="10113" y="3380"/>
                    <a:pt x="10284" y="3209"/>
                    <a:pt x="10284" y="3024"/>
                  </a:cubicBezTo>
                  <a:cubicBezTo>
                    <a:pt x="10284" y="2853"/>
                    <a:pt x="10170" y="2667"/>
                    <a:pt x="9985" y="2667"/>
                  </a:cubicBezTo>
                  <a:lnTo>
                    <a:pt x="998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5" name="Google Shape;605;p25"/>
            <p:cNvSpPr/>
            <p:nvPr/>
          </p:nvSpPr>
          <p:spPr>
            <a:xfrm rot="-5400000">
              <a:off x="32255" y="3518831"/>
              <a:ext cx="1497053" cy="87517"/>
            </a:xfrm>
            <a:custGeom>
              <a:avLst/>
              <a:gdLst/>
              <a:ahLst/>
              <a:cxnLst/>
              <a:rect l="l" t="t" r="r" b="b"/>
              <a:pathLst>
                <a:path w="34417" h="2012" extrusionOk="0">
                  <a:moveTo>
                    <a:pt x="18243" y="0"/>
                  </a:moveTo>
                  <a:lnTo>
                    <a:pt x="16588" y="1655"/>
                  </a:lnTo>
                  <a:lnTo>
                    <a:pt x="1" y="1655"/>
                  </a:lnTo>
                  <a:lnTo>
                    <a:pt x="1" y="1897"/>
                  </a:lnTo>
                  <a:lnTo>
                    <a:pt x="16645" y="1897"/>
                  </a:lnTo>
                  <a:lnTo>
                    <a:pt x="18314" y="229"/>
                  </a:lnTo>
                  <a:lnTo>
                    <a:pt x="22522" y="229"/>
                  </a:lnTo>
                  <a:lnTo>
                    <a:pt x="24076" y="1783"/>
                  </a:lnTo>
                  <a:lnTo>
                    <a:pt x="33647" y="1783"/>
                  </a:lnTo>
                  <a:cubicBezTo>
                    <a:pt x="33704" y="1954"/>
                    <a:pt x="33875" y="2011"/>
                    <a:pt x="34003" y="2011"/>
                  </a:cubicBezTo>
                  <a:cubicBezTo>
                    <a:pt x="34232" y="2011"/>
                    <a:pt x="34417" y="1840"/>
                    <a:pt x="34417" y="1655"/>
                  </a:cubicBezTo>
                  <a:cubicBezTo>
                    <a:pt x="34417" y="1427"/>
                    <a:pt x="34232" y="1298"/>
                    <a:pt x="34003" y="1298"/>
                  </a:cubicBezTo>
                  <a:cubicBezTo>
                    <a:pt x="33875" y="1298"/>
                    <a:pt x="33704" y="1370"/>
                    <a:pt x="33647" y="1541"/>
                  </a:cubicBezTo>
                  <a:lnTo>
                    <a:pt x="24191" y="1541"/>
                  </a:lnTo>
                  <a:lnTo>
                    <a:pt x="2265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6" name="Google Shape;606;p25"/>
            <p:cNvSpPr/>
            <p:nvPr/>
          </p:nvSpPr>
          <p:spPr>
            <a:xfrm rot="-5400000">
              <a:off x="48067" y="3573094"/>
              <a:ext cx="1377957" cy="98087"/>
            </a:xfrm>
            <a:custGeom>
              <a:avLst/>
              <a:gdLst/>
              <a:ahLst/>
              <a:cxnLst/>
              <a:rect l="l" t="t" r="r" b="b"/>
              <a:pathLst>
                <a:path w="31679" h="2255" extrusionOk="0">
                  <a:moveTo>
                    <a:pt x="18186" y="1"/>
                  </a:moveTo>
                  <a:lnTo>
                    <a:pt x="16232" y="1955"/>
                  </a:lnTo>
                  <a:lnTo>
                    <a:pt x="1" y="1955"/>
                  </a:lnTo>
                  <a:lnTo>
                    <a:pt x="1" y="2197"/>
                  </a:lnTo>
                  <a:lnTo>
                    <a:pt x="16346" y="2197"/>
                  </a:lnTo>
                  <a:lnTo>
                    <a:pt x="18314" y="229"/>
                  </a:lnTo>
                  <a:lnTo>
                    <a:pt x="22950" y="229"/>
                  </a:lnTo>
                  <a:lnTo>
                    <a:pt x="24661" y="1955"/>
                  </a:lnTo>
                  <a:lnTo>
                    <a:pt x="30908" y="1955"/>
                  </a:lnTo>
                  <a:cubicBezTo>
                    <a:pt x="30965" y="2140"/>
                    <a:pt x="31151" y="2254"/>
                    <a:pt x="31265" y="2254"/>
                  </a:cubicBezTo>
                  <a:cubicBezTo>
                    <a:pt x="31507" y="2254"/>
                    <a:pt x="31679" y="2069"/>
                    <a:pt x="31679" y="1840"/>
                  </a:cubicBezTo>
                  <a:cubicBezTo>
                    <a:pt x="31679" y="1655"/>
                    <a:pt x="31507" y="1484"/>
                    <a:pt x="31265" y="1484"/>
                  </a:cubicBezTo>
                  <a:cubicBezTo>
                    <a:pt x="31151" y="1484"/>
                    <a:pt x="30965" y="1598"/>
                    <a:pt x="30908" y="1712"/>
                  </a:cubicBezTo>
                  <a:lnTo>
                    <a:pt x="24733" y="1712"/>
                  </a:lnTo>
                  <a:lnTo>
                    <a:pt x="2300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7" name="Google Shape;607;p25"/>
            <p:cNvSpPr/>
            <p:nvPr/>
          </p:nvSpPr>
          <p:spPr>
            <a:xfrm rot="-5400000">
              <a:off x="-80031" y="3527509"/>
              <a:ext cx="1354991" cy="212224"/>
            </a:xfrm>
            <a:custGeom>
              <a:avLst/>
              <a:gdLst/>
              <a:ahLst/>
              <a:cxnLst/>
              <a:rect l="l" t="t" r="r" b="b"/>
              <a:pathLst>
                <a:path w="31151" h="4879" extrusionOk="0">
                  <a:moveTo>
                    <a:pt x="14749" y="0"/>
                  </a:moveTo>
                  <a:lnTo>
                    <a:pt x="14749" y="4636"/>
                  </a:lnTo>
                  <a:lnTo>
                    <a:pt x="10755" y="4636"/>
                  </a:lnTo>
                  <a:lnTo>
                    <a:pt x="10755" y="956"/>
                  </a:lnTo>
                  <a:lnTo>
                    <a:pt x="1" y="956"/>
                  </a:lnTo>
                  <a:lnTo>
                    <a:pt x="1" y="1184"/>
                  </a:lnTo>
                  <a:lnTo>
                    <a:pt x="10527" y="1184"/>
                  </a:lnTo>
                  <a:lnTo>
                    <a:pt x="10527" y="4878"/>
                  </a:lnTo>
                  <a:lnTo>
                    <a:pt x="14977" y="4878"/>
                  </a:lnTo>
                  <a:lnTo>
                    <a:pt x="14977" y="243"/>
                  </a:lnTo>
                  <a:lnTo>
                    <a:pt x="18842" y="243"/>
                  </a:lnTo>
                  <a:lnTo>
                    <a:pt x="21281" y="2739"/>
                  </a:lnTo>
                  <a:lnTo>
                    <a:pt x="30366" y="2739"/>
                  </a:lnTo>
                  <a:cubicBezTo>
                    <a:pt x="30438" y="2853"/>
                    <a:pt x="30609" y="2967"/>
                    <a:pt x="30723" y="2967"/>
                  </a:cubicBezTo>
                  <a:cubicBezTo>
                    <a:pt x="30965" y="2967"/>
                    <a:pt x="31151" y="2796"/>
                    <a:pt x="31151" y="2610"/>
                  </a:cubicBezTo>
                  <a:cubicBezTo>
                    <a:pt x="31151" y="2382"/>
                    <a:pt x="30965" y="2197"/>
                    <a:pt x="30723" y="2197"/>
                  </a:cubicBezTo>
                  <a:cubicBezTo>
                    <a:pt x="30609" y="2197"/>
                    <a:pt x="30438" y="2311"/>
                    <a:pt x="30366" y="2496"/>
                  </a:cubicBezTo>
                  <a:lnTo>
                    <a:pt x="21395" y="2496"/>
                  </a:lnTo>
                  <a:lnTo>
                    <a:pt x="18899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8" name="Google Shape;608;p25"/>
            <p:cNvSpPr/>
            <p:nvPr/>
          </p:nvSpPr>
          <p:spPr>
            <a:xfrm rot="-5400000">
              <a:off x="-149844" y="3491841"/>
              <a:ext cx="1429458" cy="209092"/>
            </a:xfrm>
            <a:custGeom>
              <a:avLst/>
              <a:gdLst/>
              <a:ahLst/>
              <a:cxnLst/>
              <a:rect l="l" t="t" r="r" b="b"/>
              <a:pathLst>
                <a:path w="32863" h="4807" extrusionOk="0">
                  <a:moveTo>
                    <a:pt x="13850" y="0"/>
                  </a:moveTo>
                  <a:lnTo>
                    <a:pt x="13850" y="4578"/>
                  </a:lnTo>
                  <a:lnTo>
                    <a:pt x="11411" y="4578"/>
                  </a:lnTo>
                  <a:lnTo>
                    <a:pt x="11411" y="884"/>
                  </a:lnTo>
                  <a:lnTo>
                    <a:pt x="1" y="884"/>
                  </a:lnTo>
                  <a:lnTo>
                    <a:pt x="1" y="1127"/>
                  </a:lnTo>
                  <a:lnTo>
                    <a:pt x="11183" y="1127"/>
                  </a:lnTo>
                  <a:lnTo>
                    <a:pt x="11183" y="4807"/>
                  </a:lnTo>
                  <a:lnTo>
                    <a:pt x="14092" y="4807"/>
                  </a:lnTo>
                  <a:lnTo>
                    <a:pt x="14092" y="243"/>
                  </a:lnTo>
                  <a:lnTo>
                    <a:pt x="19498" y="243"/>
                  </a:lnTo>
                  <a:lnTo>
                    <a:pt x="21637" y="2439"/>
                  </a:lnTo>
                  <a:lnTo>
                    <a:pt x="32149" y="2439"/>
                  </a:lnTo>
                  <a:cubicBezTo>
                    <a:pt x="32221" y="2553"/>
                    <a:pt x="32335" y="2667"/>
                    <a:pt x="32506" y="2667"/>
                  </a:cubicBezTo>
                  <a:cubicBezTo>
                    <a:pt x="32691" y="2667"/>
                    <a:pt x="32862" y="2496"/>
                    <a:pt x="32862" y="2311"/>
                  </a:cubicBezTo>
                  <a:cubicBezTo>
                    <a:pt x="32862" y="2082"/>
                    <a:pt x="32691" y="1954"/>
                    <a:pt x="32506" y="1954"/>
                  </a:cubicBezTo>
                  <a:cubicBezTo>
                    <a:pt x="32335" y="1954"/>
                    <a:pt x="32221" y="2025"/>
                    <a:pt x="32149" y="2197"/>
                  </a:cubicBezTo>
                  <a:lnTo>
                    <a:pt x="21752" y="2197"/>
                  </a:lnTo>
                  <a:lnTo>
                    <a:pt x="1955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09" name="Google Shape;609;p25"/>
          <p:cNvGrpSpPr/>
          <p:nvPr/>
        </p:nvGrpSpPr>
        <p:grpSpPr>
          <a:xfrm rot="10800000">
            <a:off x="346036" y="-4"/>
            <a:ext cx="586678" cy="2547665"/>
            <a:chOff x="4792514" y="2979701"/>
            <a:chExt cx="305307" cy="1325804"/>
          </a:xfrm>
        </p:grpSpPr>
        <p:sp>
          <p:nvSpPr>
            <p:cNvPr id="610" name="Google Shape;610;p25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avLst/>
              <a:gdLst/>
              <a:ahLst/>
              <a:cxnLst/>
              <a:rect l="l" t="t" r="r" b="b"/>
              <a:pathLst>
                <a:path w="29111" h="2555" extrusionOk="0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1" name="Google Shape;611;p25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avLst/>
              <a:gdLst/>
              <a:ahLst/>
              <a:cxnLst/>
              <a:rect l="l" t="t" r="r" b="b"/>
              <a:pathLst>
                <a:path w="30480" h="2440" extrusionOk="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2" name="Google Shape;612;p25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avLst/>
              <a:gdLst/>
              <a:ahLst/>
              <a:cxnLst/>
              <a:rect l="l" t="t" r="r" b="b"/>
              <a:pathLst>
                <a:path w="27514" h="2312" extrusionOk="0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3" name="Google Shape;613;p25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avLst/>
              <a:gdLst/>
              <a:ahLst/>
              <a:cxnLst/>
              <a:rect l="l" t="t" r="r" b="b"/>
              <a:pathLst>
                <a:path w="25731" h="2326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4" name="Google Shape;614;p25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avLst/>
              <a:gdLst/>
              <a:ahLst/>
              <a:cxnLst/>
              <a:rect l="l" t="t" r="r" b="b"/>
              <a:pathLst>
                <a:path w="22037" h="714" extrusionOk="0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15" name="Google Shape;615;p25"/>
          <p:cNvSpPr txBox="1">
            <a:spLocks noGrp="1"/>
          </p:cNvSpPr>
          <p:nvPr>
            <p:ph type="subTitle" idx="1"/>
          </p:nvPr>
        </p:nvSpPr>
        <p:spPr>
          <a:xfrm>
            <a:off x="720075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25"/>
          <p:cNvSpPr txBox="1">
            <a:spLocks noGrp="1"/>
          </p:cNvSpPr>
          <p:nvPr>
            <p:ph type="subTitle" idx="2"/>
          </p:nvPr>
        </p:nvSpPr>
        <p:spPr>
          <a:xfrm>
            <a:off x="3419293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7" name="Google Shape;617;p25"/>
          <p:cNvSpPr txBox="1">
            <a:spLocks noGrp="1"/>
          </p:cNvSpPr>
          <p:nvPr>
            <p:ph type="subTitle" idx="3"/>
          </p:nvPr>
        </p:nvSpPr>
        <p:spPr>
          <a:xfrm>
            <a:off x="6118519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9" name="Google Shape;619;p25"/>
          <p:cNvSpPr txBox="1">
            <a:spLocks noGrp="1"/>
          </p:cNvSpPr>
          <p:nvPr>
            <p:ph type="subTitle" idx="4"/>
          </p:nvPr>
        </p:nvSpPr>
        <p:spPr>
          <a:xfrm>
            <a:off x="720075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620" name="Google Shape;620;p25"/>
          <p:cNvSpPr txBox="1">
            <a:spLocks noGrp="1"/>
          </p:cNvSpPr>
          <p:nvPr>
            <p:ph type="subTitle" idx="5"/>
          </p:nvPr>
        </p:nvSpPr>
        <p:spPr>
          <a:xfrm>
            <a:off x="3419296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621" name="Google Shape;621;p25"/>
          <p:cNvSpPr txBox="1">
            <a:spLocks noGrp="1"/>
          </p:cNvSpPr>
          <p:nvPr>
            <p:ph type="subTitle" idx="6"/>
          </p:nvPr>
        </p:nvSpPr>
        <p:spPr>
          <a:xfrm>
            <a:off x="6118523" y="2408950"/>
            <a:ext cx="2305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000">
                <a:latin typeface="Anton"/>
                <a:ea typeface="Anton"/>
                <a:cs typeface="Anton"/>
                <a:sym typeface="Anton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 panose="020B0606020202050201"/>
              <a:buNone/>
              <a:defRPr sz="2400"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1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83" name="Google Shape;783;p31"/>
          <p:cNvGrpSpPr/>
          <p:nvPr/>
        </p:nvGrpSpPr>
        <p:grpSpPr>
          <a:xfrm rot="5400000">
            <a:off x="1013603" y="2942924"/>
            <a:ext cx="894897" cy="2922106"/>
            <a:chOff x="6961407" y="2871131"/>
            <a:chExt cx="439278" cy="1434374"/>
          </a:xfrm>
        </p:grpSpPr>
        <p:sp>
          <p:nvSpPr>
            <p:cNvPr id="784" name="Google Shape;784;p31"/>
            <p:cNvSpPr/>
            <p:nvPr/>
          </p:nvSpPr>
          <p:spPr>
            <a:xfrm rot="-5400000">
              <a:off x="6647504" y="3552324"/>
              <a:ext cx="1374825" cy="131536"/>
            </a:xfrm>
            <a:custGeom>
              <a:avLst/>
              <a:gdLst/>
              <a:ahLst/>
              <a:cxnLst/>
              <a:rect l="l" t="t" r="r" b="b"/>
              <a:pathLst>
                <a:path w="31607" h="3024" extrusionOk="0">
                  <a:moveTo>
                    <a:pt x="31193" y="0"/>
                  </a:moveTo>
                  <a:cubicBezTo>
                    <a:pt x="31079" y="0"/>
                    <a:pt x="30893" y="114"/>
                    <a:pt x="30836" y="300"/>
                  </a:cubicBezTo>
                  <a:lnTo>
                    <a:pt x="17287" y="300"/>
                  </a:lnTo>
                  <a:lnTo>
                    <a:pt x="17287" y="2796"/>
                  </a:lnTo>
                  <a:lnTo>
                    <a:pt x="0" y="2796"/>
                  </a:lnTo>
                  <a:lnTo>
                    <a:pt x="0" y="3024"/>
                  </a:lnTo>
                  <a:lnTo>
                    <a:pt x="17529" y="3024"/>
                  </a:lnTo>
                  <a:lnTo>
                    <a:pt x="17529" y="528"/>
                  </a:lnTo>
                  <a:lnTo>
                    <a:pt x="30836" y="528"/>
                  </a:lnTo>
                  <a:cubicBezTo>
                    <a:pt x="30893" y="656"/>
                    <a:pt x="31079" y="770"/>
                    <a:pt x="31193" y="770"/>
                  </a:cubicBezTo>
                  <a:cubicBezTo>
                    <a:pt x="31435" y="770"/>
                    <a:pt x="31607" y="599"/>
                    <a:pt x="31607" y="414"/>
                  </a:cubicBezTo>
                  <a:cubicBezTo>
                    <a:pt x="31607" y="171"/>
                    <a:pt x="31435" y="0"/>
                    <a:pt x="3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5" name="Google Shape;785;p31"/>
            <p:cNvSpPr/>
            <p:nvPr/>
          </p:nvSpPr>
          <p:spPr>
            <a:xfrm rot="-5400000">
              <a:off x="6677278" y="3618071"/>
              <a:ext cx="1230283" cy="144586"/>
            </a:xfrm>
            <a:custGeom>
              <a:avLst/>
              <a:gdLst/>
              <a:ahLst/>
              <a:cxnLst/>
              <a:rect l="l" t="t" r="r" b="b"/>
              <a:pathLst>
                <a:path w="28284" h="3324" extrusionOk="0">
                  <a:moveTo>
                    <a:pt x="27870" y="0"/>
                  </a:moveTo>
                  <a:cubicBezTo>
                    <a:pt x="27741" y="0"/>
                    <a:pt x="27570" y="114"/>
                    <a:pt x="27513" y="228"/>
                  </a:cubicBezTo>
                  <a:lnTo>
                    <a:pt x="16103" y="228"/>
                  </a:lnTo>
                  <a:lnTo>
                    <a:pt x="16103" y="3081"/>
                  </a:lnTo>
                  <a:lnTo>
                    <a:pt x="0" y="3081"/>
                  </a:lnTo>
                  <a:lnTo>
                    <a:pt x="0" y="3324"/>
                  </a:lnTo>
                  <a:lnTo>
                    <a:pt x="16331" y="3324"/>
                  </a:lnTo>
                  <a:lnTo>
                    <a:pt x="16331" y="471"/>
                  </a:lnTo>
                  <a:lnTo>
                    <a:pt x="27513" y="471"/>
                  </a:lnTo>
                  <a:cubicBezTo>
                    <a:pt x="27570" y="656"/>
                    <a:pt x="27741" y="770"/>
                    <a:pt x="27870" y="770"/>
                  </a:cubicBezTo>
                  <a:cubicBezTo>
                    <a:pt x="28098" y="770"/>
                    <a:pt x="28283" y="585"/>
                    <a:pt x="28283" y="357"/>
                  </a:cubicBezTo>
                  <a:cubicBezTo>
                    <a:pt x="28283" y="171"/>
                    <a:pt x="28098" y="0"/>
                    <a:pt x="278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6" name="Google Shape;786;p31"/>
            <p:cNvSpPr/>
            <p:nvPr/>
          </p:nvSpPr>
          <p:spPr>
            <a:xfrm rot="-5400000">
              <a:off x="6529931" y="3512306"/>
              <a:ext cx="1434374" cy="152024"/>
            </a:xfrm>
            <a:custGeom>
              <a:avLst/>
              <a:gdLst/>
              <a:ahLst/>
              <a:cxnLst/>
              <a:rect l="l" t="t" r="r" b="b"/>
              <a:pathLst>
                <a:path w="32976" h="3495" extrusionOk="0">
                  <a:moveTo>
                    <a:pt x="32562" y="1"/>
                  </a:moveTo>
                  <a:cubicBezTo>
                    <a:pt x="32448" y="1"/>
                    <a:pt x="32263" y="115"/>
                    <a:pt x="32206" y="286"/>
                  </a:cubicBezTo>
                  <a:lnTo>
                    <a:pt x="14976" y="286"/>
                  </a:lnTo>
                  <a:lnTo>
                    <a:pt x="14976" y="3267"/>
                  </a:lnTo>
                  <a:lnTo>
                    <a:pt x="0" y="3267"/>
                  </a:lnTo>
                  <a:lnTo>
                    <a:pt x="0" y="3495"/>
                  </a:lnTo>
                  <a:lnTo>
                    <a:pt x="15204" y="3495"/>
                  </a:lnTo>
                  <a:lnTo>
                    <a:pt x="15204" y="528"/>
                  </a:lnTo>
                  <a:lnTo>
                    <a:pt x="32206" y="528"/>
                  </a:lnTo>
                  <a:cubicBezTo>
                    <a:pt x="32263" y="642"/>
                    <a:pt x="32448" y="771"/>
                    <a:pt x="32562" y="771"/>
                  </a:cubicBezTo>
                  <a:cubicBezTo>
                    <a:pt x="32805" y="771"/>
                    <a:pt x="32976" y="585"/>
                    <a:pt x="32976" y="414"/>
                  </a:cubicBezTo>
                  <a:cubicBezTo>
                    <a:pt x="32976" y="172"/>
                    <a:pt x="32805" y="1"/>
                    <a:pt x="325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7" name="Google Shape;787;p31"/>
            <p:cNvSpPr/>
            <p:nvPr/>
          </p:nvSpPr>
          <p:spPr>
            <a:xfrm rot="-5400000">
              <a:off x="6645331" y="3671116"/>
              <a:ext cx="1098138" cy="170641"/>
            </a:xfrm>
            <a:custGeom>
              <a:avLst/>
              <a:gdLst/>
              <a:ahLst/>
              <a:cxnLst/>
              <a:rect l="l" t="t" r="r" b="b"/>
              <a:pathLst>
                <a:path w="25246" h="3923" extrusionOk="0">
                  <a:moveTo>
                    <a:pt x="24832" y="0"/>
                  </a:moveTo>
                  <a:cubicBezTo>
                    <a:pt x="24718" y="0"/>
                    <a:pt x="24532" y="114"/>
                    <a:pt x="24475" y="285"/>
                  </a:cubicBezTo>
                  <a:lnTo>
                    <a:pt x="13835" y="285"/>
                  </a:lnTo>
                  <a:lnTo>
                    <a:pt x="13835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4078" y="3923"/>
                  </a:lnTo>
                  <a:lnTo>
                    <a:pt x="14078" y="528"/>
                  </a:lnTo>
                  <a:lnTo>
                    <a:pt x="24475" y="528"/>
                  </a:lnTo>
                  <a:cubicBezTo>
                    <a:pt x="24532" y="642"/>
                    <a:pt x="24718" y="770"/>
                    <a:pt x="24832" y="770"/>
                  </a:cubicBezTo>
                  <a:cubicBezTo>
                    <a:pt x="25074" y="770"/>
                    <a:pt x="25245" y="585"/>
                    <a:pt x="25245" y="414"/>
                  </a:cubicBezTo>
                  <a:cubicBezTo>
                    <a:pt x="25245" y="171"/>
                    <a:pt x="25074" y="0"/>
                    <a:pt x="24832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8" name="Google Shape;788;p31"/>
            <p:cNvSpPr/>
            <p:nvPr/>
          </p:nvSpPr>
          <p:spPr>
            <a:xfrm rot="-5400000">
              <a:off x="6506661" y="3582076"/>
              <a:ext cx="1284264" cy="162594"/>
            </a:xfrm>
            <a:custGeom>
              <a:avLst/>
              <a:gdLst/>
              <a:ahLst/>
              <a:cxnLst/>
              <a:rect l="l" t="t" r="r" b="b"/>
              <a:pathLst>
                <a:path w="29525" h="3738" extrusionOk="0">
                  <a:moveTo>
                    <a:pt x="29111" y="1"/>
                  </a:moveTo>
                  <a:cubicBezTo>
                    <a:pt x="28996" y="1"/>
                    <a:pt x="28811" y="115"/>
                    <a:pt x="28754" y="300"/>
                  </a:cubicBezTo>
                  <a:lnTo>
                    <a:pt x="12708" y="300"/>
                  </a:lnTo>
                  <a:lnTo>
                    <a:pt x="12708" y="3509"/>
                  </a:lnTo>
                  <a:lnTo>
                    <a:pt x="0" y="3509"/>
                  </a:lnTo>
                  <a:lnTo>
                    <a:pt x="0" y="3737"/>
                  </a:lnTo>
                  <a:lnTo>
                    <a:pt x="12951" y="3737"/>
                  </a:lnTo>
                  <a:lnTo>
                    <a:pt x="12951" y="528"/>
                  </a:lnTo>
                  <a:lnTo>
                    <a:pt x="28754" y="528"/>
                  </a:lnTo>
                  <a:cubicBezTo>
                    <a:pt x="28811" y="657"/>
                    <a:pt x="28996" y="771"/>
                    <a:pt x="29111" y="771"/>
                  </a:cubicBezTo>
                  <a:cubicBezTo>
                    <a:pt x="29353" y="771"/>
                    <a:pt x="29524" y="600"/>
                    <a:pt x="29524" y="414"/>
                  </a:cubicBezTo>
                  <a:cubicBezTo>
                    <a:pt x="29524" y="172"/>
                    <a:pt x="29353" y="1"/>
                    <a:pt x="2911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9" name="Google Shape;789;p31"/>
            <p:cNvSpPr/>
            <p:nvPr/>
          </p:nvSpPr>
          <p:spPr>
            <a:xfrm rot="-5400000">
              <a:off x="6617711" y="3742147"/>
              <a:ext cx="953596" cy="173120"/>
            </a:xfrm>
            <a:custGeom>
              <a:avLst/>
              <a:gdLst/>
              <a:ahLst/>
              <a:cxnLst/>
              <a:rect l="l" t="t" r="r" b="b"/>
              <a:pathLst>
                <a:path w="21923" h="3980" extrusionOk="0">
                  <a:moveTo>
                    <a:pt x="21566" y="0"/>
                  </a:moveTo>
                  <a:cubicBezTo>
                    <a:pt x="21394" y="0"/>
                    <a:pt x="21209" y="114"/>
                    <a:pt x="21209" y="300"/>
                  </a:cubicBezTo>
                  <a:lnTo>
                    <a:pt x="11168" y="300"/>
                  </a:lnTo>
                  <a:lnTo>
                    <a:pt x="11168" y="3752"/>
                  </a:lnTo>
                  <a:lnTo>
                    <a:pt x="0" y="3752"/>
                  </a:lnTo>
                  <a:lnTo>
                    <a:pt x="0" y="3980"/>
                  </a:lnTo>
                  <a:lnTo>
                    <a:pt x="11410" y="3980"/>
                  </a:lnTo>
                  <a:lnTo>
                    <a:pt x="11410" y="542"/>
                  </a:lnTo>
                  <a:lnTo>
                    <a:pt x="21209" y="542"/>
                  </a:lnTo>
                  <a:cubicBezTo>
                    <a:pt x="21209" y="656"/>
                    <a:pt x="21394" y="771"/>
                    <a:pt x="21566" y="771"/>
                  </a:cubicBezTo>
                  <a:cubicBezTo>
                    <a:pt x="21751" y="771"/>
                    <a:pt x="21922" y="599"/>
                    <a:pt x="21922" y="414"/>
                  </a:cubicBezTo>
                  <a:cubicBezTo>
                    <a:pt x="21922" y="186"/>
                    <a:pt x="21751" y="0"/>
                    <a:pt x="2156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0" name="Google Shape;790;p31"/>
            <p:cNvSpPr/>
            <p:nvPr/>
          </p:nvSpPr>
          <p:spPr>
            <a:xfrm rot="-5400000">
              <a:off x="6516884" y="3690342"/>
              <a:ext cx="1059686" cy="170641"/>
            </a:xfrm>
            <a:custGeom>
              <a:avLst/>
              <a:gdLst/>
              <a:ahLst/>
              <a:cxnLst/>
              <a:rect l="l" t="t" r="r" b="b"/>
              <a:pathLst>
                <a:path w="24362" h="3923" extrusionOk="0">
                  <a:moveTo>
                    <a:pt x="24004" y="1"/>
                  </a:moveTo>
                  <a:cubicBezTo>
                    <a:pt x="23819" y="1"/>
                    <a:pt x="23648" y="115"/>
                    <a:pt x="23648" y="300"/>
                  </a:cubicBezTo>
                  <a:lnTo>
                    <a:pt x="10098" y="300"/>
                  </a:lnTo>
                  <a:lnTo>
                    <a:pt x="10098" y="3680"/>
                  </a:lnTo>
                  <a:lnTo>
                    <a:pt x="0" y="3680"/>
                  </a:lnTo>
                  <a:lnTo>
                    <a:pt x="0" y="3923"/>
                  </a:lnTo>
                  <a:lnTo>
                    <a:pt x="10341" y="3923"/>
                  </a:lnTo>
                  <a:lnTo>
                    <a:pt x="10341" y="543"/>
                  </a:lnTo>
                  <a:lnTo>
                    <a:pt x="23648" y="543"/>
                  </a:lnTo>
                  <a:cubicBezTo>
                    <a:pt x="23648" y="657"/>
                    <a:pt x="23819" y="771"/>
                    <a:pt x="24004" y="771"/>
                  </a:cubicBezTo>
                  <a:cubicBezTo>
                    <a:pt x="24176" y="771"/>
                    <a:pt x="24361" y="600"/>
                    <a:pt x="24361" y="414"/>
                  </a:cubicBezTo>
                  <a:cubicBezTo>
                    <a:pt x="24361" y="186"/>
                    <a:pt x="24176" y="1"/>
                    <a:pt x="2400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91" name="Google Shape;791;p31"/>
          <p:cNvGrpSpPr/>
          <p:nvPr/>
        </p:nvGrpSpPr>
        <p:grpSpPr>
          <a:xfrm rot="-5400000">
            <a:off x="7956785" y="-950085"/>
            <a:ext cx="947978" cy="3517490"/>
            <a:chOff x="4128096" y="2589445"/>
            <a:chExt cx="465334" cy="1726630"/>
          </a:xfrm>
        </p:grpSpPr>
        <p:sp>
          <p:nvSpPr>
            <p:cNvPr id="792" name="Google Shape;792;p31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avLst/>
              <a:gdLst/>
              <a:ahLst/>
              <a:cxnLst/>
              <a:rect l="l" t="t" r="r" b="b"/>
              <a:pathLst>
                <a:path w="10284" h="885" extrusionOk="0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3" name="Google Shape;793;p31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avLst/>
              <a:gdLst/>
              <a:ahLst/>
              <a:cxnLst/>
              <a:rect l="l" t="t" r="r" b="b"/>
              <a:pathLst>
                <a:path w="13851" h="1542" extrusionOk="0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4" name="Google Shape;794;p31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avLst/>
              <a:gdLst/>
              <a:ahLst/>
              <a:cxnLst/>
              <a:rect l="l" t="t" r="r" b="b"/>
              <a:pathLst>
                <a:path w="9100" h="2426" extrusionOk="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5" name="Google Shape;795;p31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avLst/>
              <a:gdLst/>
              <a:ahLst/>
              <a:cxnLst/>
              <a:rect l="l" t="t" r="r" b="b"/>
              <a:pathLst>
                <a:path w="13009" h="3381" extrusionOk="0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6" name="Google Shape;796;p31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avLst/>
              <a:gdLst/>
              <a:ahLst/>
              <a:cxnLst/>
              <a:rect l="l" t="t" r="r" b="b"/>
              <a:pathLst>
                <a:path w="9686" h="4508" extrusionOk="0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7" name="Google Shape;797;p31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avLst/>
              <a:gdLst/>
              <a:ahLst/>
              <a:cxnLst/>
              <a:rect l="l" t="t" r="r" b="b"/>
              <a:pathLst>
                <a:path w="24548" h="5635" extrusionOk="0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8" name="Google Shape;798;p31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avLst/>
              <a:gdLst/>
              <a:ahLst/>
              <a:cxnLst/>
              <a:rect l="l" t="t" r="r" b="b"/>
              <a:pathLst>
                <a:path w="37085" h="4750" extrusionOk="0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9" name="Google Shape;799;p31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avLst/>
              <a:gdLst/>
              <a:ahLst/>
              <a:cxnLst/>
              <a:rect l="l" t="t" r="r" b="b"/>
              <a:pathLst>
                <a:path w="30310" h="4879" extrusionOk="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0" name="Google Shape;800;p31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avLst/>
              <a:gdLst/>
              <a:ahLst/>
              <a:cxnLst/>
              <a:rect l="l" t="t" r="r" b="b"/>
              <a:pathLst>
                <a:path w="15633" h="3025" extrusionOk="0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1" name="Google Shape;801;p31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avLst/>
              <a:gdLst/>
              <a:ahLst/>
              <a:cxnLst/>
              <a:rect l="l" t="t" r="r" b="b"/>
              <a:pathLst>
                <a:path w="32207" h="4879" extrusionOk="0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31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avLst/>
              <a:gdLst/>
              <a:ahLst/>
              <a:cxnLst/>
              <a:rect l="l" t="t" r="r" b="b"/>
              <a:pathLst>
                <a:path w="35245" h="4936" extrusionOk="0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"/>
          <p:cNvSpPr/>
          <p:nvPr/>
        </p:nvSpPr>
        <p:spPr>
          <a:xfrm>
            <a:off x="219475" y="181100"/>
            <a:ext cx="8705100" cy="4781100"/>
          </a:xfrm>
          <a:prstGeom prst="roundRect">
            <a:avLst>
              <a:gd name="adj" fmla="val 5732"/>
            </a:avLst>
          </a:prstGeom>
          <a:gradFill>
            <a:gsLst>
              <a:gs pos="0">
                <a:schemeClr val="lt2"/>
              </a:gs>
              <a:gs pos="100000">
                <a:schemeClr val="dk2"/>
              </a:gs>
            </a:gsLst>
            <a:lin ang="8100019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05" name="Google Shape;805;p32"/>
          <p:cNvGrpSpPr/>
          <p:nvPr/>
        </p:nvGrpSpPr>
        <p:grpSpPr>
          <a:xfrm rot="10800000">
            <a:off x="402247" y="-1174644"/>
            <a:ext cx="621971" cy="2700928"/>
            <a:chOff x="4792514" y="2979701"/>
            <a:chExt cx="305307" cy="1325804"/>
          </a:xfrm>
        </p:grpSpPr>
        <p:sp>
          <p:nvSpPr>
            <p:cNvPr id="806" name="Google Shape;806;p32"/>
            <p:cNvSpPr/>
            <p:nvPr/>
          </p:nvSpPr>
          <p:spPr>
            <a:xfrm rot="-5400000">
              <a:off x="4409125" y="3616809"/>
              <a:ext cx="1266256" cy="111136"/>
            </a:xfrm>
            <a:custGeom>
              <a:avLst/>
              <a:gdLst/>
              <a:ahLst/>
              <a:cxnLst/>
              <a:rect l="l" t="t" r="r" b="b"/>
              <a:pathLst>
                <a:path w="29111" h="2555" extrusionOk="0">
                  <a:moveTo>
                    <a:pt x="0" y="1"/>
                  </a:moveTo>
                  <a:lnTo>
                    <a:pt x="0" y="229"/>
                  </a:lnTo>
                  <a:lnTo>
                    <a:pt x="15803" y="229"/>
                  </a:lnTo>
                  <a:lnTo>
                    <a:pt x="18114" y="2554"/>
                  </a:lnTo>
                  <a:lnTo>
                    <a:pt x="23462" y="2554"/>
                  </a:lnTo>
                  <a:lnTo>
                    <a:pt x="24775" y="1185"/>
                  </a:lnTo>
                  <a:lnTo>
                    <a:pt x="28397" y="1185"/>
                  </a:lnTo>
                  <a:cubicBezTo>
                    <a:pt x="28397" y="1370"/>
                    <a:pt x="28583" y="1484"/>
                    <a:pt x="28754" y="1484"/>
                  </a:cubicBezTo>
                  <a:cubicBezTo>
                    <a:pt x="28939" y="1484"/>
                    <a:pt x="29111" y="1299"/>
                    <a:pt x="29111" y="1128"/>
                  </a:cubicBezTo>
                  <a:cubicBezTo>
                    <a:pt x="29111" y="885"/>
                    <a:pt x="28939" y="714"/>
                    <a:pt x="28754" y="714"/>
                  </a:cubicBezTo>
                  <a:cubicBezTo>
                    <a:pt x="28583" y="714"/>
                    <a:pt x="28454" y="828"/>
                    <a:pt x="28397" y="942"/>
                  </a:cubicBezTo>
                  <a:lnTo>
                    <a:pt x="24718" y="942"/>
                  </a:lnTo>
                  <a:lnTo>
                    <a:pt x="23405" y="2312"/>
                  </a:lnTo>
                  <a:lnTo>
                    <a:pt x="18242" y="2312"/>
                  </a:lnTo>
                  <a:lnTo>
                    <a:pt x="15917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7" name="Google Shape;807;p32"/>
            <p:cNvSpPr/>
            <p:nvPr/>
          </p:nvSpPr>
          <p:spPr>
            <a:xfrm rot="-5400000">
              <a:off x="4335310" y="3589536"/>
              <a:ext cx="1325804" cy="106134"/>
            </a:xfrm>
            <a:custGeom>
              <a:avLst/>
              <a:gdLst/>
              <a:ahLst/>
              <a:cxnLst/>
              <a:rect l="l" t="t" r="r" b="b"/>
              <a:pathLst>
                <a:path w="30480" h="2440" extrusionOk="0">
                  <a:moveTo>
                    <a:pt x="0" y="0"/>
                  </a:moveTo>
                  <a:lnTo>
                    <a:pt x="0" y="243"/>
                  </a:lnTo>
                  <a:lnTo>
                    <a:pt x="16459" y="243"/>
                  </a:lnTo>
                  <a:lnTo>
                    <a:pt x="18656" y="2439"/>
                  </a:lnTo>
                  <a:lnTo>
                    <a:pt x="22878" y="2439"/>
                  </a:lnTo>
                  <a:lnTo>
                    <a:pt x="24361" y="899"/>
                  </a:lnTo>
                  <a:lnTo>
                    <a:pt x="29767" y="899"/>
                  </a:lnTo>
                  <a:cubicBezTo>
                    <a:pt x="29824" y="1013"/>
                    <a:pt x="29952" y="1127"/>
                    <a:pt x="30066" y="1127"/>
                  </a:cubicBezTo>
                  <a:cubicBezTo>
                    <a:pt x="30309" y="1127"/>
                    <a:pt x="30480" y="956"/>
                    <a:pt x="30480" y="771"/>
                  </a:cubicBezTo>
                  <a:cubicBezTo>
                    <a:pt x="30480" y="542"/>
                    <a:pt x="30309" y="357"/>
                    <a:pt x="30066" y="357"/>
                  </a:cubicBezTo>
                  <a:cubicBezTo>
                    <a:pt x="29881" y="357"/>
                    <a:pt x="29767" y="471"/>
                    <a:pt x="29710" y="656"/>
                  </a:cubicBezTo>
                  <a:lnTo>
                    <a:pt x="24247" y="656"/>
                  </a:lnTo>
                  <a:lnTo>
                    <a:pt x="22749" y="2197"/>
                  </a:lnTo>
                  <a:lnTo>
                    <a:pt x="18770" y="2197"/>
                  </a:lnTo>
                  <a:lnTo>
                    <a:pt x="16574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8" name="Google Shape;808;p32"/>
            <p:cNvSpPr/>
            <p:nvPr/>
          </p:nvSpPr>
          <p:spPr>
            <a:xfrm rot="-5400000">
              <a:off x="4348012" y="3656827"/>
              <a:ext cx="1196790" cy="100566"/>
            </a:xfrm>
            <a:custGeom>
              <a:avLst/>
              <a:gdLst/>
              <a:ahLst/>
              <a:cxnLst/>
              <a:rect l="l" t="t" r="r" b="b"/>
              <a:pathLst>
                <a:path w="27514" h="2312" extrusionOk="0">
                  <a:moveTo>
                    <a:pt x="27157" y="1"/>
                  </a:moveTo>
                  <a:cubicBezTo>
                    <a:pt x="26971" y="1"/>
                    <a:pt x="26857" y="115"/>
                    <a:pt x="26800" y="300"/>
                  </a:cubicBezTo>
                  <a:lnTo>
                    <a:pt x="23890" y="300"/>
                  </a:lnTo>
                  <a:lnTo>
                    <a:pt x="22165" y="2083"/>
                  </a:lnTo>
                  <a:lnTo>
                    <a:pt x="19612" y="2083"/>
                  </a:lnTo>
                  <a:lnTo>
                    <a:pt x="17643" y="115"/>
                  </a:lnTo>
                  <a:lnTo>
                    <a:pt x="0" y="115"/>
                  </a:lnTo>
                  <a:lnTo>
                    <a:pt x="0" y="357"/>
                  </a:lnTo>
                  <a:lnTo>
                    <a:pt x="17586" y="357"/>
                  </a:lnTo>
                  <a:lnTo>
                    <a:pt x="19483" y="2311"/>
                  </a:lnTo>
                  <a:lnTo>
                    <a:pt x="22222" y="2311"/>
                  </a:lnTo>
                  <a:lnTo>
                    <a:pt x="24004" y="528"/>
                  </a:lnTo>
                  <a:lnTo>
                    <a:pt x="26800" y="528"/>
                  </a:lnTo>
                  <a:cubicBezTo>
                    <a:pt x="26857" y="657"/>
                    <a:pt x="26971" y="771"/>
                    <a:pt x="27157" y="771"/>
                  </a:cubicBezTo>
                  <a:cubicBezTo>
                    <a:pt x="27385" y="771"/>
                    <a:pt x="27513" y="600"/>
                    <a:pt x="27513" y="414"/>
                  </a:cubicBezTo>
                  <a:cubicBezTo>
                    <a:pt x="27513" y="172"/>
                    <a:pt x="27385" y="1"/>
                    <a:pt x="2715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9" name="Google Shape;809;p32"/>
            <p:cNvSpPr/>
            <p:nvPr/>
          </p:nvSpPr>
          <p:spPr>
            <a:xfrm rot="-5400000">
              <a:off x="4316977" y="3695300"/>
              <a:ext cx="1119234" cy="101175"/>
            </a:xfrm>
            <a:custGeom>
              <a:avLst/>
              <a:gdLst/>
              <a:ahLst/>
              <a:cxnLst/>
              <a:rect l="l" t="t" r="r" b="b"/>
              <a:pathLst>
                <a:path w="25731" h="2326" extrusionOk="0">
                  <a:moveTo>
                    <a:pt x="25374" y="1"/>
                  </a:moveTo>
                  <a:cubicBezTo>
                    <a:pt x="25188" y="1"/>
                    <a:pt x="25074" y="129"/>
                    <a:pt x="25017" y="300"/>
                  </a:cubicBezTo>
                  <a:lnTo>
                    <a:pt x="23947" y="300"/>
                  </a:lnTo>
                  <a:lnTo>
                    <a:pt x="22165" y="2083"/>
                  </a:lnTo>
                  <a:lnTo>
                    <a:pt x="20382" y="2083"/>
                  </a:lnTo>
                  <a:lnTo>
                    <a:pt x="18955" y="657"/>
                  </a:lnTo>
                  <a:lnTo>
                    <a:pt x="0" y="657"/>
                  </a:lnTo>
                  <a:lnTo>
                    <a:pt x="0" y="899"/>
                  </a:lnTo>
                  <a:lnTo>
                    <a:pt x="18827" y="899"/>
                  </a:lnTo>
                  <a:lnTo>
                    <a:pt x="20253" y="2326"/>
                  </a:lnTo>
                  <a:lnTo>
                    <a:pt x="22222" y="2326"/>
                  </a:lnTo>
                  <a:lnTo>
                    <a:pt x="24062" y="543"/>
                  </a:lnTo>
                  <a:lnTo>
                    <a:pt x="25017" y="543"/>
                  </a:lnTo>
                  <a:cubicBezTo>
                    <a:pt x="25074" y="657"/>
                    <a:pt x="25188" y="785"/>
                    <a:pt x="25374" y="785"/>
                  </a:cubicBezTo>
                  <a:cubicBezTo>
                    <a:pt x="25545" y="785"/>
                    <a:pt x="25730" y="600"/>
                    <a:pt x="25730" y="429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0" name="Google Shape;810;p32"/>
            <p:cNvSpPr/>
            <p:nvPr/>
          </p:nvSpPr>
          <p:spPr>
            <a:xfrm rot="-5400000">
              <a:off x="4328765" y="3810699"/>
              <a:ext cx="958554" cy="31057"/>
            </a:xfrm>
            <a:custGeom>
              <a:avLst/>
              <a:gdLst/>
              <a:ahLst/>
              <a:cxnLst/>
              <a:rect l="l" t="t" r="r" b="b"/>
              <a:pathLst>
                <a:path w="22037" h="714" extrusionOk="0">
                  <a:moveTo>
                    <a:pt x="21623" y="1"/>
                  </a:moveTo>
                  <a:cubicBezTo>
                    <a:pt x="21508" y="1"/>
                    <a:pt x="21323" y="58"/>
                    <a:pt x="21266" y="243"/>
                  </a:cubicBezTo>
                  <a:lnTo>
                    <a:pt x="0" y="243"/>
                  </a:lnTo>
                  <a:lnTo>
                    <a:pt x="0" y="486"/>
                  </a:lnTo>
                  <a:lnTo>
                    <a:pt x="21266" y="486"/>
                  </a:lnTo>
                  <a:cubicBezTo>
                    <a:pt x="21323" y="657"/>
                    <a:pt x="21508" y="714"/>
                    <a:pt x="21623" y="714"/>
                  </a:cubicBezTo>
                  <a:cubicBezTo>
                    <a:pt x="21865" y="714"/>
                    <a:pt x="22036" y="600"/>
                    <a:pt x="22036" y="357"/>
                  </a:cubicBezTo>
                  <a:cubicBezTo>
                    <a:pt x="22036" y="129"/>
                    <a:pt x="21865" y="1"/>
                    <a:pt x="2162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11" name="Google Shape;811;p32"/>
          <p:cNvGrpSpPr/>
          <p:nvPr/>
        </p:nvGrpSpPr>
        <p:grpSpPr>
          <a:xfrm>
            <a:off x="7456205" y="3275257"/>
            <a:ext cx="974558" cy="3164817"/>
            <a:chOff x="6278982" y="2751992"/>
            <a:chExt cx="478381" cy="1553513"/>
          </a:xfrm>
        </p:grpSpPr>
        <p:sp>
          <p:nvSpPr>
            <p:cNvPr id="812" name="Google Shape;812;p32"/>
            <p:cNvSpPr/>
            <p:nvPr/>
          </p:nvSpPr>
          <p:spPr>
            <a:xfrm rot="-5400000">
              <a:off x="6192439" y="3740581"/>
              <a:ext cx="1059686" cy="70161"/>
            </a:xfrm>
            <a:custGeom>
              <a:avLst/>
              <a:gdLst/>
              <a:ahLst/>
              <a:cxnLst/>
              <a:rect l="l" t="t" r="r" b="b"/>
              <a:pathLst>
                <a:path w="24362" h="1613" extrusionOk="0">
                  <a:moveTo>
                    <a:pt x="0" y="0"/>
                  </a:moveTo>
                  <a:lnTo>
                    <a:pt x="0" y="243"/>
                  </a:lnTo>
                  <a:lnTo>
                    <a:pt x="15917" y="243"/>
                  </a:lnTo>
                  <a:lnTo>
                    <a:pt x="17173" y="1313"/>
                  </a:lnTo>
                  <a:lnTo>
                    <a:pt x="23648" y="1313"/>
                  </a:lnTo>
                  <a:cubicBezTo>
                    <a:pt x="23705" y="1498"/>
                    <a:pt x="23819" y="1612"/>
                    <a:pt x="24004" y="1612"/>
                  </a:cubicBezTo>
                  <a:cubicBezTo>
                    <a:pt x="24176" y="1612"/>
                    <a:pt x="24361" y="1427"/>
                    <a:pt x="24361" y="1199"/>
                  </a:cubicBezTo>
                  <a:cubicBezTo>
                    <a:pt x="24361" y="1013"/>
                    <a:pt x="24176" y="842"/>
                    <a:pt x="24004" y="842"/>
                  </a:cubicBezTo>
                  <a:cubicBezTo>
                    <a:pt x="23819" y="842"/>
                    <a:pt x="23705" y="956"/>
                    <a:pt x="23648" y="1070"/>
                  </a:cubicBezTo>
                  <a:lnTo>
                    <a:pt x="17230" y="1070"/>
                  </a:lnTo>
                  <a:lnTo>
                    <a:pt x="15975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3" name="Google Shape;813;p32"/>
            <p:cNvSpPr/>
            <p:nvPr/>
          </p:nvSpPr>
          <p:spPr>
            <a:xfrm rot="-5400000">
              <a:off x="6010359" y="3607522"/>
              <a:ext cx="1325804" cy="70161"/>
            </a:xfrm>
            <a:custGeom>
              <a:avLst/>
              <a:gdLst/>
              <a:ahLst/>
              <a:cxnLst/>
              <a:rect l="l" t="t" r="r" b="b"/>
              <a:pathLst>
                <a:path w="30480" h="1613" extrusionOk="0">
                  <a:moveTo>
                    <a:pt x="0" y="1"/>
                  </a:moveTo>
                  <a:lnTo>
                    <a:pt x="0" y="243"/>
                  </a:lnTo>
                  <a:lnTo>
                    <a:pt x="17173" y="243"/>
                  </a:lnTo>
                  <a:lnTo>
                    <a:pt x="18242" y="1370"/>
                  </a:lnTo>
                  <a:lnTo>
                    <a:pt x="29710" y="1370"/>
                  </a:lnTo>
                  <a:cubicBezTo>
                    <a:pt x="29767" y="1484"/>
                    <a:pt x="29952" y="1612"/>
                    <a:pt x="30066" y="1612"/>
                  </a:cubicBezTo>
                  <a:cubicBezTo>
                    <a:pt x="30309" y="1612"/>
                    <a:pt x="30480" y="1427"/>
                    <a:pt x="30480" y="1256"/>
                  </a:cubicBezTo>
                  <a:cubicBezTo>
                    <a:pt x="30480" y="1013"/>
                    <a:pt x="30309" y="842"/>
                    <a:pt x="30066" y="842"/>
                  </a:cubicBezTo>
                  <a:cubicBezTo>
                    <a:pt x="29952" y="842"/>
                    <a:pt x="29767" y="956"/>
                    <a:pt x="29710" y="1127"/>
                  </a:cubicBezTo>
                  <a:lnTo>
                    <a:pt x="18356" y="1127"/>
                  </a:lnTo>
                  <a:lnTo>
                    <a:pt x="17230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4" name="Google Shape;814;p32"/>
            <p:cNvSpPr/>
            <p:nvPr/>
          </p:nvSpPr>
          <p:spPr>
            <a:xfrm rot="-5400000">
              <a:off x="6022147" y="3665853"/>
              <a:ext cx="1214755" cy="64550"/>
            </a:xfrm>
            <a:custGeom>
              <a:avLst/>
              <a:gdLst/>
              <a:ahLst/>
              <a:cxnLst/>
              <a:rect l="l" t="t" r="r" b="b"/>
              <a:pathLst>
                <a:path w="27927" h="1484" extrusionOk="0">
                  <a:moveTo>
                    <a:pt x="0" y="0"/>
                  </a:moveTo>
                  <a:lnTo>
                    <a:pt x="0" y="229"/>
                  </a:lnTo>
                  <a:lnTo>
                    <a:pt x="17943" y="229"/>
                  </a:lnTo>
                  <a:lnTo>
                    <a:pt x="18898" y="1241"/>
                  </a:lnTo>
                  <a:lnTo>
                    <a:pt x="27157" y="1241"/>
                  </a:lnTo>
                  <a:cubicBezTo>
                    <a:pt x="27214" y="1427"/>
                    <a:pt x="27385" y="1484"/>
                    <a:pt x="27513" y="1484"/>
                  </a:cubicBezTo>
                  <a:cubicBezTo>
                    <a:pt x="27741" y="1484"/>
                    <a:pt x="27927" y="1298"/>
                    <a:pt x="27927" y="1127"/>
                  </a:cubicBezTo>
                  <a:cubicBezTo>
                    <a:pt x="27927" y="885"/>
                    <a:pt x="27741" y="771"/>
                    <a:pt x="27513" y="771"/>
                  </a:cubicBezTo>
                  <a:cubicBezTo>
                    <a:pt x="27385" y="771"/>
                    <a:pt x="27214" y="828"/>
                    <a:pt x="27157" y="999"/>
                  </a:cubicBezTo>
                  <a:lnTo>
                    <a:pt x="19012" y="999"/>
                  </a:lnTo>
                  <a:lnTo>
                    <a:pt x="18000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5" name="Google Shape;815;p32"/>
            <p:cNvSpPr/>
            <p:nvPr/>
          </p:nvSpPr>
          <p:spPr>
            <a:xfrm rot="-5400000">
              <a:off x="5843461" y="3619310"/>
              <a:ext cx="1279305" cy="93085"/>
            </a:xfrm>
            <a:custGeom>
              <a:avLst/>
              <a:gdLst/>
              <a:ahLst/>
              <a:cxnLst/>
              <a:rect l="l" t="t" r="r" b="b"/>
              <a:pathLst>
                <a:path w="29411" h="2140" extrusionOk="0">
                  <a:moveTo>
                    <a:pt x="28996" y="0"/>
                  </a:moveTo>
                  <a:cubicBezTo>
                    <a:pt x="28882" y="0"/>
                    <a:pt x="28697" y="57"/>
                    <a:pt x="28640" y="243"/>
                  </a:cubicBezTo>
                  <a:lnTo>
                    <a:pt x="20610" y="243"/>
                  </a:lnTo>
                  <a:lnTo>
                    <a:pt x="20610" y="1911"/>
                  </a:lnTo>
                  <a:lnTo>
                    <a:pt x="0" y="1911"/>
                  </a:lnTo>
                  <a:lnTo>
                    <a:pt x="0" y="2140"/>
                  </a:lnTo>
                  <a:lnTo>
                    <a:pt x="20852" y="2140"/>
                  </a:lnTo>
                  <a:lnTo>
                    <a:pt x="20852" y="485"/>
                  </a:lnTo>
                  <a:lnTo>
                    <a:pt x="28640" y="485"/>
                  </a:lnTo>
                  <a:cubicBezTo>
                    <a:pt x="28697" y="656"/>
                    <a:pt x="28882" y="713"/>
                    <a:pt x="28996" y="713"/>
                  </a:cubicBezTo>
                  <a:cubicBezTo>
                    <a:pt x="29239" y="713"/>
                    <a:pt x="29410" y="542"/>
                    <a:pt x="29410" y="357"/>
                  </a:cubicBezTo>
                  <a:cubicBezTo>
                    <a:pt x="29410" y="129"/>
                    <a:pt x="29239" y="0"/>
                    <a:pt x="289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32"/>
            <p:cNvSpPr/>
            <p:nvPr/>
          </p:nvSpPr>
          <p:spPr>
            <a:xfrm rot="-5400000">
              <a:off x="5753204" y="3565025"/>
              <a:ext cx="1374825" cy="106134"/>
            </a:xfrm>
            <a:custGeom>
              <a:avLst/>
              <a:gdLst/>
              <a:ahLst/>
              <a:cxnLst/>
              <a:rect l="l" t="t" r="r" b="b"/>
              <a:pathLst>
                <a:path w="31607" h="2440" extrusionOk="0">
                  <a:moveTo>
                    <a:pt x="31193" y="1"/>
                  </a:moveTo>
                  <a:cubicBezTo>
                    <a:pt x="31079" y="1"/>
                    <a:pt x="30893" y="58"/>
                    <a:pt x="30836" y="243"/>
                  </a:cubicBezTo>
                  <a:lnTo>
                    <a:pt x="19426" y="243"/>
                  </a:lnTo>
                  <a:lnTo>
                    <a:pt x="19426" y="2197"/>
                  </a:lnTo>
                  <a:lnTo>
                    <a:pt x="0" y="2197"/>
                  </a:lnTo>
                  <a:lnTo>
                    <a:pt x="0" y="2439"/>
                  </a:lnTo>
                  <a:lnTo>
                    <a:pt x="19669" y="2439"/>
                  </a:lnTo>
                  <a:lnTo>
                    <a:pt x="19669" y="471"/>
                  </a:lnTo>
                  <a:lnTo>
                    <a:pt x="30836" y="471"/>
                  </a:lnTo>
                  <a:cubicBezTo>
                    <a:pt x="30893" y="657"/>
                    <a:pt x="31079" y="714"/>
                    <a:pt x="31193" y="714"/>
                  </a:cubicBezTo>
                  <a:cubicBezTo>
                    <a:pt x="31435" y="714"/>
                    <a:pt x="31607" y="542"/>
                    <a:pt x="31607" y="357"/>
                  </a:cubicBezTo>
                  <a:cubicBezTo>
                    <a:pt x="31607" y="115"/>
                    <a:pt x="31435" y="1"/>
                    <a:pt x="3119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32"/>
            <p:cNvSpPr/>
            <p:nvPr/>
          </p:nvSpPr>
          <p:spPr>
            <a:xfrm rot="-5400000">
              <a:off x="5618885" y="3466677"/>
              <a:ext cx="1553513" cy="124142"/>
            </a:xfrm>
            <a:custGeom>
              <a:avLst/>
              <a:gdLst/>
              <a:ahLst/>
              <a:cxnLst/>
              <a:rect l="l" t="t" r="r" b="b"/>
              <a:pathLst>
                <a:path w="35715" h="2854" extrusionOk="0">
                  <a:moveTo>
                    <a:pt x="35301" y="1"/>
                  </a:moveTo>
                  <a:cubicBezTo>
                    <a:pt x="35172" y="1"/>
                    <a:pt x="35001" y="58"/>
                    <a:pt x="34944" y="229"/>
                  </a:cubicBezTo>
                  <a:lnTo>
                    <a:pt x="18185" y="229"/>
                  </a:lnTo>
                  <a:lnTo>
                    <a:pt x="18185" y="2611"/>
                  </a:lnTo>
                  <a:lnTo>
                    <a:pt x="0" y="2611"/>
                  </a:lnTo>
                  <a:lnTo>
                    <a:pt x="0" y="2853"/>
                  </a:lnTo>
                  <a:lnTo>
                    <a:pt x="18413" y="2853"/>
                  </a:lnTo>
                  <a:lnTo>
                    <a:pt x="18413" y="471"/>
                  </a:lnTo>
                  <a:lnTo>
                    <a:pt x="34944" y="471"/>
                  </a:lnTo>
                  <a:cubicBezTo>
                    <a:pt x="35001" y="642"/>
                    <a:pt x="35172" y="714"/>
                    <a:pt x="35301" y="714"/>
                  </a:cubicBezTo>
                  <a:cubicBezTo>
                    <a:pt x="35529" y="714"/>
                    <a:pt x="35714" y="528"/>
                    <a:pt x="35714" y="357"/>
                  </a:cubicBezTo>
                  <a:cubicBezTo>
                    <a:pt x="35714" y="115"/>
                    <a:pt x="35529" y="1"/>
                    <a:pt x="3530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32"/>
            <p:cNvSpPr/>
            <p:nvPr/>
          </p:nvSpPr>
          <p:spPr>
            <a:xfrm rot="-5400000">
              <a:off x="5790418" y="3674835"/>
              <a:ext cx="1119234" cy="142106"/>
            </a:xfrm>
            <a:custGeom>
              <a:avLst/>
              <a:gdLst/>
              <a:ahLst/>
              <a:cxnLst/>
              <a:rect l="l" t="t" r="r" b="b"/>
              <a:pathLst>
                <a:path w="25731" h="3267" extrusionOk="0">
                  <a:moveTo>
                    <a:pt x="25374" y="1"/>
                  </a:moveTo>
                  <a:cubicBezTo>
                    <a:pt x="25188" y="1"/>
                    <a:pt x="25074" y="115"/>
                    <a:pt x="25017" y="243"/>
                  </a:cubicBezTo>
                  <a:lnTo>
                    <a:pt x="17044" y="243"/>
                  </a:lnTo>
                  <a:lnTo>
                    <a:pt x="17044" y="3038"/>
                  </a:lnTo>
                  <a:lnTo>
                    <a:pt x="0" y="3038"/>
                  </a:lnTo>
                  <a:lnTo>
                    <a:pt x="0" y="3267"/>
                  </a:lnTo>
                  <a:lnTo>
                    <a:pt x="17287" y="3267"/>
                  </a:lnTo>
                  <a:lnTo>
                    <a:pt x="17287" y="471"/>
                  </a:lnTo>
                  <a:lnTo>
                    <a:pt x="25017" y="471"/>
                  </a:lnTo>
                  <a:cubicBezTo>
                    <a:pt x="25074" y="657"/>
                    <a:pt x="25188" y="771"/>
                    <a:pt x="25374" y="771"/>
                  </a:cubicBezTo>
                  <a:cubicBezTo>
                    <a:pt x="25545" y="771"/>
                    <a:pt x="25730" y="600"/>
                    <a:pt x="25730" y="357"/>
                  </a:cubicBezTo>
                  <a:cubicBezTo>
                    <a:pt x="25730" y="186"/>
                    <a:pt x="25545" y="1"/>
                    <a:pt x="2537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32"/>
            <p:cNvSpPr/>
            <p:nvPr/>
          </p:nvSpPr>
          <p:spPr>
            <a:xfrm rot="-5400000">
              <a:off x="6430370" y="3978513"/>
              <a:ext cx="620405" cy="33580"/>
            </a:xfrm>
            <a:custGeom>
              <a:avLst/>
              <a:gdLst/>
              <a:ahLst/>
              <a:cxnLst/>
              <a:rect l="l" t="t" r="r" b="b"/>
              <a:pathLst>
                <a:path w="14263" h="772" extrusionOk="0">
                  <a:moveTo>
                    <a:pt x="13906" y="1"/>
                  </a:moveTo>
                  <a:cubicBezTo>
                    <a:pt x="13721" y="1"/>
                    <a:pt x="13607" y="115"/>
                    <a:pt x="13550" y="229"/>
                  </a:cubicBezTo>
                  <a:lnTo>
                    <a:pt x="0" y="229"/>
                  </a:lnTo>
                  <a:lnTo>
                    <a:pt x="0" y="472"/>
                  </a:lnTo>
                  <a:lnTo>
                    <a:pt x="13550" y="472"/>
                  </a:lnTo>
                  <a:cubicBezTo>
                    <a:pt x="13607" y="657"/>
                    <a:pt x="13721" y="771"/>
                    <a:pt x="13906" y="771"/>
                  </a:cubicBezTo>
                  <a:cubicBezTo>
                    <a:pt x="14078" y="771"/>
                    <a:pt x="14263" y="586"/>
                    <a:pt x="14263" y="358"/>
                  </a:cubicBezTo>
                  <a:cubicBezTo>
                    <a:pt x="14263" y="172"/>
                    <a:pt x="14078" y="1"/>
                    <a:pt x="1390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0" name="Google Shape;820;p32"/>
            <p:cNvSpPr/>
            <p:nvPr/>
          </p:nvSpPr>
          <p:spPr>
            <a:xfrm rot="-5400000">
              <a:off x="5858989" y="3544234"/>
              <a:ext cx="1460429" cy="62114"/>
            </a:xfrm>
            <a:custGeom>
              <a:avLst/>
              <a:gdLst/>
              <a:ahLst/>
              <a:cxnLst/>
              <a:rect l="l" t="t" r="r" b="b"/>
              <a:pathLst>
                <a:path w="33575" h="1428" extrusionOk="0">
                  <a:moveTo>
                    <a:pt x="0" y="1"/>
                  </a:moveTo>
                  <a:lnTo>
                    <a:pt x="0" y="243"/>
                  </a:lnTo>
                  <a:lnTo>
                    <a:pt x="18542" y="243"/>
                  </a:lnTo>
                  <a:lnTo>
                    <a:pt x="19483" y="1185"/>
                  </a:lnTo>
                  <a:lnTo>
                    <a:pt x="32862" y="1185"/>
                  </a:lnTo>
                  <a:cubicBezTo>
                    <a:pt x="32919" y="1313"/>
                    <a:pt x="33033" y="1427"/>
                    <a:pt x="33161" y="1427"/>
                  </a:cubicBezTo>
                  <a:cubicBezTo>
                    <a:pt x="33389" y="1427"/>
                    <a:pt x="33575" y="1256"/>
                    <a:pt x="33575" y="1013"/>
                  </a:cubicBezTo>
                  <a:cubicBezTo>
                    <a:pt x="33575" y="828"/>
                    <a:pt x="33389" y="657"/>
                    <a:pt x="33161" y="657"/>
                  </a:cubicBezTo>
                  <a:cubicBezTo>
                    <a:pt x="32976" y="657"/>
                    <a:pt x="32862" y="771"/>
                    <a:pt x="32805" y="956"/>
                  </a:cubicBezTo>
                  <a:lnTo>
                    <a:pt x="19612" y="956"/>
                  </a:lnTo>
                  <a:lnTo>
                    <a:pt x="18599" y="1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0E0E"/>
        </a:solidFill>
        <a:effectLst/>
      </p:bgPr>
    </p:bg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6"/>
          <p:cNvSpPr txBox="1">
            <a:spLocks noGrp="1"/>
          </p:cNvSpPr>
          <p:nvPr>
            <p:ph type="ctrTitle"/>
          </p:nvPr>
        </p:nvSpPr>
        <p:spPr>
          <a:xfrm>
            <a:off x="378460" y="660400"/>
            <a:ext cx="6267450" cy="14865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 dirty="0" smtClean="0">
                <a:latin typeface="Arial Black" panose="020B0A04020102020204" pitchFamily="34" charset="0"/>
              </a:rPr>
              <a:t>LEARNING MANAGEMENT SYSTEM</a:t>
            </a:r>
            <a:endParaRPr sz="3600" u="sng" dirty="0">
              <a:latin typeface="Arial Black" panose="020B0A04020102020204" pitchFamily="34" charset="0"/>
            </a:endParaRPr>
          </a:p>
        </p:txBody>
      </p:sp>
      <p:sp>
        <p:nvSpPr>
          <p:cNvPr id="832" name="Google Shape;832;p36"/>
          <p:cNvSpPr txBox="1">
            <a:spLocks noGrp="1"/>
          </p:cNvSpPr>
          <p:nvPr>
            <p:ph type="subTitle" idx="1"/>
          </p:nvPr>
        </p:nvSpPr>
        <p:spPr>
          <a:xfrm>
            <a:off x="713105" y="2184400"/>
            <a:ext cx="1991360" cy="369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+mn-lt"/>
              </a:rPr>
              <a:t>CS-409 </a:t>
            </a:r>
            <a:r>
              <a:rPr lang="en-US" dirty="0" smtClean="0">
                <a:latin typeface="+mn-lt"/>
              </a:rPr>
              <a:t>PROJECT</a:t>
            </a:r>
            <a:endParaRPr dirty="0">
              <a:latin typeface="+mn-lt"/>
            </a:endParaRPr>
          </a:p>
        </p:txBody>
      </p:sp>
      <p:pic>
        <p:nvPicPr>
          <p:cNvPr id="3" name="Picture 2" descr="LmsC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6975" y="2146935"/>
            <a:ext cx="2227580" cy="2227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Andalus" panose="02020603050405020304" pitchFamily="18" charset="-78"/>
                <a:cs typeface="Andalus" panose="02020603050405020304" pitchFamily="18" charset="-78"/>
              </a:rPr>
              <a:t>Developers</a:t>
            </a:r>
            <a:br>
              <a:rPr lang="en-US" b="1" dirty="0">
                <a:latin typeface="Andalus" panose="02020603050405020304" pitchFamily="18" charset="-78"/>
                <a:cs typeface="Andalus" panose="02020603050405020304" pitchFamily="18" charset="-78"/>
              </a:rPr>
            </a:b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99" name="Google Shape;899;p44"/>
          <p:cNvSpPr txBox="1">
            <a:spLocks noGrp="1"/>
          </p:cNvSpPr>
          <p:nvPr>
            <p:ph type="subTitle" idx="1"/>
          </p:nvPr>
        </p:nvSpPr>
        <p:spPr>
          <a:xfrm>
            <a:off x="720075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+mn-lt"/>
              </a:rPr>
              <a:t>2024-AG-9203</a:t>
            </a:r>
            <a:endParaRPr dirty="0">
              <a:latin typeface="+mn-lt"/>
            </a:endParaRPr>
          </a:p>
        </p:txBody>
      </p:sp>
      <p:sp>
        <p:nvSpPr>
          <p:cNvPr id="900" name="Google Shape;900;p44"/>
          <p:cNvSpPr txBox="1">
            <a:spLocks noGrp="1"/>
          </p:cNvSpPr>
          <p:nvPr>
            <p:ph type="subTitle" idx="2"/>
          </p:nvPr>
        </p:nvSpPr>
        <p:spPr>
          <a:xfrm>
            <a:off x="3419293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+mn-lt"/>
              </a:rPr>
              <a:t>2024-AG-8790</a:t>
            </a:r>
            <a:endParaRPr dirty="0">
              <a:latin typeface="+mn-lt"/>
            </a:endParaRPr>
          </a:p>
        </p:txBody>
      </p:sp>
      <p:sp>
        <p:nvSpPr>
          <p:cNvPr id="901" name="Google Shape;901;p44"/>
          <p:cNvSpPr txBox="1">
            <a:spLocks noGrp="1"/>
          </p:cNvSpPr>
          <p:nvPr>
            <p:ph type="subTitle" idx="3"/>
          </p:nvPr>
        </p:nvSpPr>
        <p:spPr>
          <a:xfrm>
            <a:off x="6118519" y="2883490"/>
            <a:ext cx="2305500" cy="86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+mn-lt"/>
              </a:rPr>
              <a:t>2024-AG-8958</a:t>
            </a:r>
            <a:endParaRPr dirty="0">
              <a:latin typeface="+mn-lt"/>
            </a:endParaRPr>
          </a:p>
        </p:txBody>
      </p:sp>
      <p:sp>
        <p:nvSpPr>
          <p:cNvPr id="902" name="Google Shape;902;p44"/>
          <p:cNvSpPr txBox="1">
            <a:spLocks noGrp="1"/>
          </p:cNvSpPr>
          <p:nvPr>
            <p:ph type="subTitle" idx="4"/>
          </p:nvPr>
        </p:nvSpPr>
        <p:spPr>
          <a:xfrm>
            <a:off x="597138" y="2408950"/>
            <a:ext cx="2625291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ABDUL MOIZ AFTAB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903" name="Google Shape;903;p44"/>
          <p:cNvSpPr txBox="1">
            <a:spLocks noGrp="1"/>
          </p:cNvSpPr>
          <p:nvPr>
            <p:ph type="subTitle" idx="5"/>
          </p:nvPr>
        </p:nvSpPr>
        <p:spPr>
          <a:xfrm>
            <a:off x="3350421" y="2408950"/>
            <a:ext cx="243137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AHMED MAQSOOD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904" name="Google Shape;904;p44"/>
          <p:cNvSpPr txBox="1">
            <a:spLocks noGrp="1"/>
          </p:cNvSpPr>
          <p:nvPr>
            <p:ph type="subTitle" idx="6"/>
          </p:nvPr>
        </p:nvSpPr>
        <p:spPr>
          <a:xfrm>
            <a:off x="6118523" y="2408950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AHMED ILYAS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pSp>
        <p:nvGrpSpPr>
          <p:cNvPr id="905" name="Google Shape;905;p44"/>
          <p:cNvGrpSpPr/>
          <p:nvPr/>
        </p:nvGrpSpPr>
        <p:grpSpPr>
          <a:xfrm>
            <a:off x="1672916" y="1922637"/>
            <a:ext cx="399812" cy="306477"/>
            <a:chOff x="2567841" y="1994124"/>
            <a:chExt cx="399812" cy="306477"/>
          </a:xfrm>
        </p:grpSpPr>
        <p:sp>
          <p:nvSpPr>
            <p:cNvPr id="906" name="Google Shape;906;p44"/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44"/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8" name="Google Shape;908;p44"/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4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9" name="Google Shape;909;p44"/>
          <p:cNvGrpSpPr/>
          <p:nvPr/>
        </p:nvGrpSpPr>
        <p:grpSpPr>
          <a:xfrm>
            <a:off x="4359375" y="1900610"/>
            <a:ext cx="367608" cy="350548"/>
            <a:chOff x="6659725" y="3808035"/>
            <a:chExt cx="367608" cy="350548"/>
          </a:xfrm>
        </p:grpSpPr>
        <p:sp>
          <p:nvSpPr>
            <p:cNvPr id="910" name="Google Shape;910;p44"/>
            <p:cNvSpPr/>
            <p:nvPr/>
          </p:nvSpPr>
          <p:spPr>
            <a:xfrm>
              <a:off x="6659725" y="3845942"/>
              <a:ext cx="321394" cy="312642"/>
            </a:xfrm>
            <a:custGeom>
              <a:avLst/>
              <a:gdLst/>
              <a:ahLst/>
              <a:cxnLst/>
              <a:rect l="l" t="t" r="r" b="b"/>
              <a:pathLst>
                <a:path w="10098" h="9823" extrusionOk="0">
                  <a:moveTo>
                    <a:pt x="8740" y="0"/>
                  </a:moveTo>
                  <a:cubicBezTo>
                    <a:pt x="8383" y="0"/>
                    <a:pt x="8037" y="131"/>
                    <a:pt x="7787" y="405"/>
                  </a:cubicBezTo>
                  <a:lnTo>
                    <a:pt x="6847" y="1346"/>
                  </a:lnTo>
                  <a:cubicBezTo>
                    <a:pt x="6775" y="1417"/>
                    <a:pt x="6775" y="1524"/>
                    <a:pt x="6847" y="1596"/>
                  </a:cubicBezTo>
                  <a:cubicBezTo>
                    <a:pt x="6882" y="1631"/>
                    <a:pt x="6927" y="1649"/>
                    <a:pt x="6972" y="1649"/>
                  </a:cubicBezTo>
                  <a:cubicBezTo>
                    <a:pt x="7016" y="1649"/>
                    <a:pt x="7061" y="1631"/>
                    <a:pt x="7097" y="1596"/>
                  </a:cubicBezTo>
                  <a:lnTo>
                    <a:pt x="8037" y="655"/>
                  </a:lnTo>
                  <a:cubicBezTo>
                    <a:pt x="8228" y="464"/>
                    <a:pt x="8466" y="357"/>
                    <a:pt x="8740" y="357"/>
                  </a:cubicBezTo>
                  <a:cubicBezTo>
                    <a:pt x="9002" y="357"/>
                    <a:pt x="9264" y="464"/>
                    <a:pt x="9442" y="655"/>
                  </a:cubicBezTo>
                  <a:cubicBezTo>
                    <a:pt x="9633" y="857"/>
                    <a:pt x="9740" y="1096"/>
                    <a:pt x="9740" y="1357"/>
                  </a:cubicBezTo>
                  <a:cubicBezTo>
                    <a:pt x="9740" y="1631"/>
                    <a:pt x="9633" y="1881"/>
                    <a:pt x="9442" y="2060"/>
                  </a:cubicBezTo>
                  <a:lnTo>
                    <a:pt x="8156" y="3334"/>
                  </a:lnTo>
                  <a:cubicBezTo>
                    <a:pt x="8025" y="3024"/>
                    <a:pt x="7847" y="2739"/>
                    <a:pt x="7597" y="2489"/>
                  </a:cubicBezTo>
                  <a:cubicBezTo>
                    <a:pt x="7097" y="1988"/>
                    <a:pt x="6436" y="1738"/>
                    <a:pt x="5777" y="1738"/>
                  </a:cubicBezTo>
                  <a:cubicBezTo>
                    <a:pt x="5117" y="1738"/>
                    <a:pt x="4459" y="1988"/>
                    <a:pt x="3965" y="2489"/>
                  </a:cubicBezTo>
                  <a:lnTo>
                    <a:pt x="1001" y="5453"/>
                  </a:lnTo>
                  <a:cubicBezTo>
                    <a:pt x="1" y="6453"/>
                    <a:pt x="1" y="8084"/>
                    <a:pt x="1001" y="9085"/>
                  </a:cubicBezTo>
                  <a:cubicBezTo>
                    <a:pt x="1501" y="9585"/>
                    <a:pt x="2156" y="9823"/>
                    <a:pt x="2810" y="9823"/>
                  </a:cubicBezTo>
                  <a:cubicBezTo>
                    <a:pt x="3465" y="9823"/>
                    <a:pt x="4120" y="9573"/>
                    <a:pt x="4632" y="9085"/>
                  </a:cubicBezTo>
                  <a:lnTo>
                    <a:pt x="6204" y="7501"/>
                  </a:lnTo>
                  <a:cubicBezTo>
                    <a:pt x="6287" y="7430"/>
                    <a:pt x="6287" y="7322"/>
                    <a:pt x="6204" y="7251"/>
                  </a:cubicBezTo>
                  <a:cubicBezTo>
                    <a:pt x="6176" y="7242"/>
                    <a:pt x="6143" y="7236"/>
                    <a:pt x="6109" y="7236"/>
                  </a:cubicBezTo>
                  <a:cubicBezTo>
                    <a:pt x="6055" y="7236"/>
                    <a:pt x="5997" y="7250"/>
                    <a:pt x="5954" y="7287"/>
                  </a:cubicBezTo>
                  <a:lnTo>
                    <a:pt x="4382" y="8858"/>
                  </a:lnTo>
                  <a:cubicBezTo>
                    <a:pt x="3965" y="9275"/>
                    <a:pt x="3406" y="9513"/>
                    <a:pt x="2810" y="9513"/>
                  </a:cubicBezTo>
                  <a:cubicBezTo>
                    <a:pt x="2215" y="9513"/>
                    <a:pt x="1667" y="9287"/>
                    <a:pt x="1251" y="8858"/>
                  </a:cubicBezTo>
                  <a:cubicBezTo>
                    <a:pt x="394" y="8001"/>
                    <a:pt x="394" y="6596"/>
                    <a:pt x="1251" y="5739"/>
                  </a:cubicBezTo>
                  <a:lnTo>
                    <a:pt x="4215" y="2774"/>
                  </a:lnTo>
                  <a:cubicBezTo>
                    <a:pt x="4632" y="2358"/>
                    <a:pt x="5180" y="2119"/>
                    <a:pt x="5775" y="2119"/>
                  </a:cubicBezTo>
                  <a:cubicBezTo>
                    <a:pt x="6370" y="2119"/>
                    <a:pt x="6918" y="2346"/>
                    <a:pt x="7335" y="2774"/>
                  </a:cubicBezTo>
                  <a:cubicBezTo>
                    <a:pt x="7573" y="3012"/>
                    <a:pt x="7775" y="3310"/>
                    <a:pt x="7871" y="3632"/>
                  </a:cubicBezTo>
                  <a:lnTo>
                    <a:pt x="6478" y="5036"/>
                  </a:lnTo>
                  <a:cubicBezTo>
                    <a:pt x="6287" y="5227"/>
                    <a:pt x="6049" y="5334"/>
                    <a:pt x="5775" y="5334"/>
                  </a:cubicBezTo>
                  <a:cubicBezTo>
                    <a:pt x="5513" y="5334"/>
                    <a:pt x="5251" y="5227"/>
                    <a:pt x="5073" y="5036"/>
                  </a:cubicBezTo>
                  <a:cubicBezTo>
                    <a:pt x="4989" y="4941"/>
                    <a:pt x="4918" y="4822"/>
                    <a:pt x="4858" y="4703"/>
                  </a:cubicBezTo>
                  <a:cubicBezTo>
                    <a:pt x="4829" y="4634"/>
                    <a:pt x="4751" y="4590"/>
                    <a:pt x="4677" y="4590"/>
                  </a:cubicBezTo>
                  <a:cubicBezTo>
                    <a:pt x="4662" y="4590"/>
                    <a:pt x="4647" y="4592"/>
                    <a:pt x="4632" y="4596"/>
                  </a:cubicBezTo>
                  <a:cubicBezTo>
                    <a:pt x="4537" y="4632"/>
                    <a:pt x="4501" y="4739"/>
                    <a:pt x="4525" y="4822"/>
                  </a:cubicBezTo>
                  <a:cubicBezTo>
                    <a:pt x="4596" y="4989"/>
                    <a:pt x="4692" y="5132"/>
                    <a:pt x="4823" y="5275"/>
                  </a:cubicBezTo>
                  <a:cubicBezTo>
                    <a:pt x="5073" y="5525"/>
                    <a:pt x="5418" y="5679"/>
                    <a:pt x="5775" y="5679"/>
                  </a:cubicBezTo>
                  <a:cubicBezTo>
                    <a:pt x="6132" y="5679"/>
                    <a:pt x="6478" y="5537"/>
                    <a:pt x="6728" y="5275"/>
                  </a:cubicBezTo>
                  <a:lnTo>
                    <a:pt x="9692" y="2310"/>
                  </a:lnTo>
                  <a:cubicBezTo>
                    <a:pt x="9942" y="2060"/>
                    <a:pt x="10097" y="1715"/>
                    <a:pt x="10097" y="1357"/>
                  </a:cubicBezTo>
                  <a:cubicBezTo>
                    <a:pt x="10097" y="1000"/>
                    <a:pt x="9954" y="655"/>
                    <a:pt x="9692" y="405"/>
                  </a:cubicBezTo>
                  <a:cubicBezTo>
                    <a:pt x="9442" y="155"/>
                    <a:pt x="9097" y="0"/>
                    <a:pt x="874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44"/>
            <p:cNvSpPr/>
            <p:nvPr/>
          </p:nvSpPr>
          <p:spPr>
            <a:xfrm>
              <a:off x="6705588" y="3808035"/>
              <a:ext cx="321744" cy="313787"/>
            </a:xfrm>
            <a:custGeom>
              <a:avLst/>
              <a:gdLst/>
              <a:ahLst/>
              <a:cxnLst/>
              <a:rect l="l" t="t" r="r" b="b"/>
              <a:pathLst>
                <a:path w="10109" h="9859" extrusionOk="0">
                  <a:moveTo>
                    <a:pt x="7281" y="1"/>
                  </a:moveTo>
                  <a:cubicBezTo>
                    <a:pt x="6623" y="1"/>
                    <a:pt x="5965" y="251"/>
                    <a:pt x="5465" y="751"/>
                  </a:cubicBezTo>
                  <a:lnTo>
                    <a:pt x="3894" y="2322"/>
                  </a:lnTo>
                  <a:cubicBezTo>
                    <a:pt x="3810" y="2406"/>
                    <a:pt x="3810" y="2501"/>
                    <a:pt x="3894" y="2584"/>
                  </a:cubicBezTo>
                  <a:cubicBezTo>
                    <a:pt x="3929" y="2620"/>
                    <a:pt x="3974" y="2638"/>
                    <a:pt x="4019" y="2638"/>
                  </a:cubicBezTo>
                  <a:cubicBezTo>
                    <a:pt x="4063" y="2638"/>
                    <a:pt x="4108" y="2620"/>
                    <a:pt x="4144" y="2584"/>
                  </a:cubicBezTo>
                  <a:lnTo>
                    <a:pt x="5715" y="1001"/>
                  </a:lnTo>
                  <a:cubicBezTo>
                    <a:pt x="6150" y="572"/>
                    <a:pt x="6715" y="358"/>
                    <a:pt x="7281" y="358"/>
                  </a:cubicBezTo>
                  <a:cubicBezTo>
                    <a:pt x="7846" y="358"/>
                    <a:pt x="8412" y="572"/>
                    <a:pt x="8847" y="1001"/>
                  </a:cubicBezTo>
                  <a:cubicBezTo>
                    <a:pt x="9704" y="1870"/>
                    <a:pt x="9704" y="3263"/>
                    <a:pt x="8847" y="4132"/>
                  </a:cubicBezTo>
                  <a:lnTo>
                    <a:pt x="5882" y="7085"/>
                  </a:lnTo>
                  <a:cubicBezTo>
                    <a:pt x="5465" y="7501"/>
                    <a:pt x="4918" y="7740"/>
                    <a:pt x="4322" y="7740"/>
                  </a:cubicBezTo>
                  <a:cubicBezTo>
                    <a:pt x="3727" y="7740"/>
                    <a:pt x="3179" y="7525"/>
                    <a:pt x="2763" y="7085"/>
                  </a:cubicBezTo>
                  <a:cubicBezTo>
                    <a:pt x="2524" y="6847"/>
                    <a:pt x="2322" y="6549"/>
                    <a:pt x="2227" y="6227"/>
                  </a:cubicBezTo>
                  <a:lnTo>
                    <a:pt x="3620" y="4823"/>
                  </a:lnTo>
                  <a:cubicBezTo>
                    <a:pt x="3810" y="4632"/>
                    <a:pt x="4048" y="4525"/>
                    <a:pt x="4322" y="4525"/>
                  </a:cubicBezTo>
                  <a:cubicBezTo>
                    <a:pt x="4584" y="4525"/>
                    <a:pt x="4846" y="4632"/>
                    <a:pt x="5025" y="4823"/>
                  </a:cubicBezTo>
                  <a:cubicBezTo>
                    <a:pt x="5108" y="4918"/>
                    <a:pt x="5179" y="5037"/>
                    <a:pt x="5239" y="5156"/>
                  </a:cubicBezTo>
                  <a:cubicBezTo>
                    <a:pt x="5269" y="5225"/>
                    <a:pt x="5347" y="5269"/>
                    <a:pt x="5420" y="5269"/>
                  </a:cubicBezTo>
                  <a:cubicBezTo>
                    <a:pt x="5435" y="5269"/>
                    <a:pt x="5451" y="5267"/>
                    <a:pt x="5465" y="5263"/>
                  </a:cubicBezTo>
                  <a:cubicBezTo>
                    <a:pt x="5560" y="5227"/>
                    <a:pt x="5596" y="5120"/>
                    <a:pt x="5572" y="5037"/>
                  </a:cubicBezTo>
                  <a:cubicBezTo>
                    <a:pt x="5501" y="4870"/>
                    <a:pt x="5406" y="4727"/>
                    <a:pt x="5275" y="4584"/>
                  </a:cubicBezTo>
                  <a:cubicBezTo>
                    <a:pt x="5025" y="4334"/>
                    <a:pt x="4679" y="4192"/>
                    <a:pt x="4322" y="4192"/>
                  </a:cubicBezTo>
                  <a:cubicBezTo>
                    <a:pt x="3965" y="4192"/>
                    <a:pt x="3620" y="4322"/>
                    <a:pt x="3370" y="4584"/>
                  </a:cubicBezTo>
                  <a:lnTo>
                    <a:pt x="1929" y="6037"/>
                  </a:lnTo>
                  <a:cubicBezTo>
                    <a:pt x="1893" y="6049"/>
                    <a:pt x="1881" y="6061"/>
                    <a:pt x="1870" y="6097"/>
                  </a:cubicBezTo>
                  <a:lnTo>
                    <a:pt x="405" y="7549"/>
                  </a:lnTo>
                  <a:cubicBezTo>
                    <a:pt x="155" y="7799"/>
                    <a:pt x="0" y="8144"/>
                    <a:pt x="0" y="8502"/>
                  </a:cubicBezTo>
                  <a:cubicBezTo>
                    <a:pt x="0" y="8859"/>
                    <a:pt x="143" y="9204"/>
                    <a:pt x="405" y="9454"/>
                  </a:cubicBezTo>
                  <a:cubicBezTo>
                    <a:pt x="655" y="9704"/>
                    <a:pt x="1000" y="9859"/>
                    <a:pt x="1358" y="9859"/>
                  </a:cubicBezTo>
                  <a:cubicBezTo>
                    <a:pt x="1715" y="9859"/>
                    <a:pt x="2060" y="9728"/>
                    <a:pt x="2310" y="9454"/>
                  </a:cubicBezTo>
                  <a:lnTo>
                    <a:pt x="3251" y="8513"/>
                  </a:lnTo>
                  <a:cubicBezTo>
                    <a:pt x="3322" y="8442"/>
                    <a:pt x="3322" y="8335"/>
                    <a:pt x="3251" y="8263"/>
                  </a:cubicBezTo>
                  <a:cubicBezTo>
                    <a:pt x="3215" y="8228"/>
                    <a:pt x="3170" y="8210"/>
                    <a:pt x="3126" y="8210"/>
                  </a:cubicBezTo>
                  <a:cubicBezTo>
                    <a:pt x="3081" y="8210"/>
                    <a:pt x="3036" y="8228"/>
                    <a:pt x="3001" y="8263"/>
                  </a:cubicBezTo>
                  <a:lnTo>
                    <a:pt x="2060" y="9204"/>
                  </a:lnTo>
                  <a:cubicBezTo>
                    <a:pt x="1870" y="9395"/>
                    <a:pt x="1631" y="9502"/>
                    <a:pt x="1358" y="9502"/>
                  </a:cubicBezTo>
                  <a:cubicBezTo>
                    <a:pt x="1096" y="9502"/>
                    <a:pt x="834" y="9395"/>
                    <a:pt x="655" y="9204"/>
                  </a:cubicBezTo>
                  <a:cubicBezTo>
                    <a:pt x="465" y="9014"/>
                    <a:pt x="357" y="8775"/>
                    <a:pt x="357" y="8502"/>
                  </a:cubicBezTo>
                  <a:cubicBezTo>
                    <a:pt x="357" y="8240"/>
                    <a:pt x="465" y="7978"/>
                    <a:pt x="655" y="7799"/>
                  </a:cubicBezTo>
                  <a:lnTo>
                    <a:pt x="1941" y="6525"/>
                  </a:lnTo>
                  <a:cubicBezTo>
                    <a:pt x="2072" y="6835"/>
                    <a:pt x="2251" y="7120"/>
                    <a:pt x="2501" y="7370"/>
                  </a:cubicBezTo>
                  <a:cubicBezTo>
                    <a:pt x="2989" y="7859"/>
                    <a:pt x="3632" y="8132"/>
                    <a:pt x="4322" y="8132"/>
                  </a:cubicBezTo>
                  <a:cubicBezTo>
                    <a:pt x="5001" y="8132"/>
                    <a:pt x="5644" y="7859"/>
                    <a:pt x="6132" y="7370"/>
                  </a:cubicBezTo>
                  <a:lnTo>
                    <a:pt x="9097" y="4406"/>
                  </a:lnTo>
                  <a:cubicBezTo>
                    <a:pt x="10109" y="3382"/>
                    <a:pt x="10109" y="1751"/>
                    <a:pt x="9097" y="751"/>
                  </a:cubicBezTo>
                  <a:cubicBezTo>
                    <a:pt x="8597" y="251"/>
                    <a:pt x="7939" y="1"/>
                    <a:pt x="7281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12" name="Google Shape;912;p44"/>
          <p:cNvGrpSpPr/>
          <p:nvPr/>
        </p:nvGrpSpPr>
        <p:grpSpPr>
          <a:xfrm>
            <a:off x="7092954" y="1908756"/>
            <a:ext cx="356627" cy="334252"/>
            <a:chOff x="6219391" y="3816756"/>
            <a:chExt cx="356627" cy="334252"/>
          </a:xfrm>
        </p:grpSpPr>
        <p:sp>
          <p:nvSpPr>
            <p:cNvPr id="913" name="Google Shape;913;p44"/>
            <p:cNvSpPr/>
            <p:nvPr/>
          </p:nvSpPr>
          <p:spPr>
            <a:xfrm>
              <a:off x="6219391" y="3816756"/>
              <a:ext cx="306594" cy="334252"/>
            </a:xfrm>
            <a:custGeom>
              <a:avLst/>
              <a:gdLst/>
              <a:ahLst/>
              <a:cxnLst/>
              <a:rect l="l" t="t" r="r" b="b"/>
              <a:pathLst>
                <a:path w="9633" h="10502" extrusionOk="0">
                  <a:moveTo>
                    <a:pt x="8394" y="4179"/>
                  </a:moveTo>
                  <a:cubicBezTo>
                    <a:pt x="8906" y="4251"/>
                    <a:pt x="9299" y="4703"/>
                    <a:pt x="9299" y="5239"/>
                  </a:cubicBezTo>
                  <a:cubicBezTo>
                    <a:pt x="9299" y="5775"/>
                    <a:pt x="8906" y="6215"/>
                    <a:pt x="8394" y="6299"/>
                  </a:cubicBezTo>
                  <a:lnTo>
                    <a:pt x="8394" y="4179"/>
                  </a:lnTo>
                  <a:close/>
                  <a:moveTo>
                    <a:pt x="1203" y="4013"/>
                  </a:moveTo>
                  <a:lnTo>
                    <a:pt x="1203" y="6489"/>
                  </a:lnTo>
                  <a:lnTo>
                    <a:pt x="846" y="6489"/>
                  </a:lnTo>
                  <a:cubicBezTo>
                    <a:pt x="548" y="6489"/>
                    <a:pt x="310" y="6251"/>
                    <a:pt x="310" y="5953"/>
                  </a:cubicBezTo>
                  <a:lnTo>
                    <a:pt x="310" y="4549"/>
                  </a:lnTo>
                  <a:cubicBezTo>
                    <a:pt x="310" y="4251"/>
                    <a:pt x="548" y="4013"/>
                    <a:pt x="846" y="4013"/>
                  </a:cubicBezTo>
                  <a:close/>
                  <a:moveTo>
                    <a:pt x="2596" y="4001"/>
                  </a:moveTo>
                  <a:lnTo>
                    <a:pt x="2596" y="6489"/>
                  </a:lnTo>
                  <a:lnTo>
                    <a:pt x="1525" y="6489"/>
                  </a:lnTo>
                  <a:lnTo>
                    <a:pt x="1525" y="4001"/>
                  </a:lnTo>
                  <a:close/>
                  <a:moveTo>
                    <a:pt x="2799" y="7692"/>
                  </a:moveTo>
                  <a:lnTo>
                    <a:pt x="2799" y="8418"/>
                  </a:lnTo>
                  <a:lnTo>
                    <a:pt x="2477" y="8418"/>
                  </a:lnTo>
                  <a:lnTo>
                    <a:pt x="2679" y="7692"/>
                  </a:lnTo>
                  <a:close/>
                  <a:moveTo>
                    <a:pt x="2560" y="6811"/>
                  </a:moveTo>
                  <a:lnTo>
                    <a:pt x="1941" y="9121"/>
                  </a:lnTo>
                  <a:lnTo>
                    <a:pt x="1525" y="9121"/>
                  </a:lnTo>
                  <a:lnTo>
                    <a:pt x="1525" y="6811"/>
                  </a:lnTo>
                  <a:close/>
                  <a:moveTo>
                    <a:pt x="8061" y="310"/>
                  </a:moveTo>
                  <a:lnTo>
                    <a:pt x="8061" y="10180"/>
                  </a:lnTo>
                  <a:lnTo>
                    <a:pt x="7335" y="10180"/>
                  </a:lnTo>
                  <a:lnTo>
                    <a:pt x="7335" y="3227"/>
                  </a:lnTo>
                  <a:cubicBezTo>
                    <a:pt x="7335" y="3132"/>
                    <a:pt x="7251" y="3060"/>
                    <a:pt x="7168" y="3060"/>
                  </a:cubicBezTo>
                  <a:cubicBezTo>
                    <a:pt x="7085" y="3060"/>
                    <a:pt x="7001" y="3132"/>
                    <a:pt x="7001" y="3227"/>
                  </a:cubicBezTo>
                  <a:lnTo>
                    <a:pt x="7001" y="9085"/>
                  </a:lnTo>
                  <a:cubicBezTo>
                    <a:pt x="6799" y="8811"/>
                    <a:pt x="6489" y="8406"/>
                    <a:pt x="6085" y="8013"/>
                  </a:cubicBezTo>
                  <a:cubicBezTo>
                    <a:pt x="5620" y="7573"/>
                    <a:pt x="5144" y="7216"/>
                    <a:pt x="4656" y="6966"/>
                  </a:cubicBezTo>
                  <a:cubicBezTo>
                    <a:pt x="4084" y="6668"/>
                    <a:pt x="3525" y="6501"/>
                    <a:pt x="2941" y="6489"/>
                  </a:cubicBezTo>
                  <a:lnTo>
                    <a:pt x="2941" y="4001"/>
                  </a:lnTo>
                  <a:cubicBezTo>
                    <a:pt x="3525" y="3965"/>
                    <a:pt x="4084" y="3810"/>
                    <a:pt x="4656" y="3525"/>
                  </a:cubicBezTo>
                  <a:cubicBezTo>
                    <a:pt x="5144" y="3275"/>
                    <a:pt x="5620" y="2917"/>
                    <a:pt x="6085" y="2465"/>
                  </a:cubicBezTo>
                  <a:cubicBezTo>
                    <a:pt x="6489" y="2084"/>
                    <a:pt x="6799" y="1679"/>
                    <a:pt x="7001" y="1393"/>
                  </a:cubicBezTo>
                  <a:lnTo>
                    <a:pt x="7001" y="2441"/>
                  </a:lnTo>
                  <a:cubicBezTo>
                    <a:pt x="7001" y="2524"/>
                    <a:pt x="7085" y="2596"/>
                    <a:pt x="7168" y="2596"/>
                  </a:cubicBezTo>
                  <a:cubicBezTo>
                    <a:pt x="7251" y="2596"/>
                    <a:pt x="7335" y="2524"/>
                    <a:pt x="7335" y="2441"/>
                  </a:cubicBezTo>
                  <a:lnTo>
                    <a:pt x="7335" y="310"/>
                  </a:lnTo>
                  <a:close/>
                  <a:moveTo>
                    <a:pt x="7168" y="0"/>
                  </a:moveTo>
                  <a:cubicBezTo>
                    <a:pt x="7085" y="0"/>
                    <a:pt x="7001" y="72"/>
                    <a:pt x="7001" y="167"/>
                  </a:cubicBezTo>
                  <a:lnTo>
                    <a:pt x="7001" y="822"/>
                  </a:lnTo>
                  <a:cubicBezTo>
                    <a:pt x="6906" y="977"/>
                    <a:pt x="6489" y="1620"/>
                    <a:pt x="5847" y="2251"/>
                  </a:cubicBezTo>
                  <a:cubicBezTo>
                    <a:pt x="5156" y="2905"/>
                    <a:pt x="4084" y="3691"/>
                    <a:pt x="2775" y="3691"/>
                  </a:cubicBezTo>
                  <a:lnTo>
                    <a:pt x="858" y="3691"/>
                  </a:lnTo>
                  <a:cubicBezTo>
                    <a:pt x="382" y="3691"/>
                    <a:pt x="1" y="4072"/>
                    <a:pt x="1" y="4549"/>
                  </a:cubicBezTo>
                  <a:lnTo>
                    <a:pt x="1" y="5953"/>
                  </a:lnTo>
                  <a:cubicBezTo>
                    <a:pt x="1" y="6430"/>
                    <a:pt x="382" y="6811"/>
                    <a:pt x="858" y="6811"/>
                  </a:cubicBezTo>
                  <a:lnTo>
                    <a:pt x="1215" y="6811"/>
                  </a:lnTo>
                  <a:lnTo>
                    <a:pt x="1215" y="9287"/>
                  </a:lnTo>
                  <a:cubicBezTo>
                    <a:pt x="1215" y="9371"/>
                    <a:pt x="1286" y="9454"/>
                    <a:pt x="1382" y="9454"/>
                  </a:cubicBezTo>
                  <a:lnTo>
                    <a:pt x="2084" y="9454"/>
                  </a:lnTo>
                  <a:cubicBezTo>
                    <a:pt x="2156" y="9454"/>
                    <a:pt x="2215" y="9406"/>
                    <a:pt x="2239" y="9335"/>
                  </a:cubicBezTo>
                  <a:lnTo>
                    <a:pt x="2394" y="8751"/>
                  </a:lnTo>
                  <a:lnTo>
                    <a:pt x="2953" y="8751"/>
                  </a:lnTo>
                  <a:cubicBezTo>
                    <a:pt x="3049" y="8751"/>
                    <a:pt x="3120" y="8680"/>
                    <a:pt x="3120" y="8585"/>
                  </a:cubicBezTo>
                  <a:lnTo>
                    <a:pt x="3120" y="7525"/>
                  </a:lnTo>
                  <a:cubicBezTo>
                    <a:pt x="3120" y="7442"/>
                    <a:pt x="3049" y="7370"/>
                    <a:pt x="2953" y="7370"/>
                  </a:cubicBezTo>
                  <a:lnTo>
                    <a:pt x="2763" y="7370"/>
                  </a:lnTo>
                  <a:lnTo>
                    <a:pt x="2918" y="6811"/>
                  </a:lnTo>
                  <a:cubicBezTo>
                    <a:pt x="4168" y="6858"/>
                    <a:pt x="5192" y="7620"/>
                    <a:pt x="5858" y="8263"/>
                  </a:cubicBezTo>
                  <a:cubicBezTo>
                    <a:pt x="6513" y="8882"/>
                    <a:pt x="6930" y="9525"/>
                    <a:pt x="7025" y="9692"/>
                  </a:cubicBezTo>
                  <a:lnTo>
                    <a:pt x="7025" y="10347"/>
                  </a:lnTo>
                  <a:cubicBezTo>
                    <a:pt x="7025" y="10430"/>
                    <a:pt x="7097" y="10502"/>
                    <a:pt x="7180" y="10502"/>
                  </a:cubicBezTo>
                  <a:lnTo>
                    <a:pt x="8240" y="10502"/>
                  </a:lnTo>
                  <a:cubicBezTo>
                    <a:pt x="8335" y="10502"/>
                    <a:pt x="8406" y="10430"/>
                    <a:pt x="8406" y="10347"/>
                  </a:cubicBezTo>
                  <a:lnTo>
                    <a:pt x="8406" y="6632"/>
                  </a:lnTo>
                  <a:cubicBezTo>
                    <a:pt x="9109" y="6549"/>
                    <a:pt x="9633" y="5965"/>
                    <a:pt x="9633" y="5251"/>
                  </a:cubicBezTo>
                  <a:cubicBezTo>
                    <a:pt x="9621" y="4537"/>
                    <a:pt x="9085" y="3941"/>
                    <a:pt x="8394" y="3870"/>
                  </a:cubicBezTo>
                  <a:lnTo>
                    <a:pt x="8394" y="167"/>
                  </a:lnTo>
                  <a:cubicBezTo>
                    <a:pt x="8394" y="72"/>
                    <a:pt x="8311" y="0"/>
                    <a:pt x="8228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4" name="Google Shape;914;p44"/>
            <p:cNvSpPr/>
            <p:nvPr/>
          </p:nvSpPr>
          <p:spPr>
            <a:xfrm>
              <a:off x="6549060" y="3978567"/>
              <a:ext cx="26958" cy="10630"/>
            </a:xfrm>
            <a:custGeom>
              <a:avLst/>
              <a:gdLst/>
              <a:ahLst/>
              <a:cxnLst/>
              <a:rect l="l" t="t" r="r" b="b"/>
              <a:pathLst>
                <a:path w="847" h="334" extrusionOk="0">
                  <a:moveTo>
                    <a:pt x="156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" y="262"/>
                    <a:pt x="72" y="334"/>
                    <a:pt x="156" y="334"/>
                  </a:cubicBezTo>
                  <a:lnTo>
                    <a:pt x="680" y="334"/>
                  </a:lnTo>
                  <a:cubicBezTo>
                    <a:pt x="763" y="334"/>
                    <a:pt x="846" y="262"/>
                    <a:pt x="846" y="167"/>
                  </a:cubicBezTo>
                  <a:cubicBezTo>
                    <a:pt x="846" y="84"/>
                    <a:pt x="775" y="0"/>
                    <a:pt x="68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5" name="Google Shape;915;p44"/>
            <p:cNvSpPr/>
            <p:nvPr/>
          </p:nvSpPr>
          <p:spPr>
            <a:xfrm>
              <a:off x="6525572" y="3915357"/>
              <a:ext cx="24666" cy="22311"/>
            </a:xfrm>
            <a:custGeom>
              <a:avLst/>
              <a:gdLst/>
              <a:ahLst/>
              <a:cxnLst/>
              <a:rect l="l" t="t" r="r" b="b"/>
              <a:pathLst>
                <a:path w="775" h="701" extrusionOk="0">
                  <a:moveTo>
                    <a:pt x="605" y="1"/>
                  </a:moveTo>
                  <a:cubicBezTo>
                    <a:pt x="563" y="1"/>
                    <a:pt x="519" y="16"/>
                    <a:pt x="477" y="46"/>
                  </a:cubicBezTo>
                  <a:lnTo>
                    <a:pt x="108" y="415"/>
                  </a:lnTo>
                  <a:cubicBezTo>
                    <a:pt x="1" y="522"/>
                    <a:pt x="84" y="700"/>
                    <a:pt x="227" y="700"/>
                  </a:cubicBezTo>
                  <a:cubicBezTo>
                    <a:pt x="275" y="700"/>
                    <a:pt x="322" y="677"/>
                    <a:pt x="346" y="653"/>
                  </a:cubicBezTo>
                  <a:lnTo>
                    <a:pt x="715" y="284"/>
                  </a:lnTo>
                  <a:cubicBezTo>
                    <a:pt x="775" y="224"/>
                    <a:pt x="775" y="117"/>
                    <a:pt x="715" y="46"/>
                  </a:cubicBezTo>
                  <a:cubicBezTo>
                    <a:pt x="685" y="16"/>
                    <a:pt x="647" y="1"/>
                    <a:pt x="6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44"/>
            <p:cNvSpPr/>
            <p:nvPr/>
          </p:nvSpPr>
          <p:spPr>
            <a:xfrm>
              <a:off x="6527099" y="4030191"/>
              <a:ext cx="23139" cy="22661"/>
            </a:xfrm>
            <a:custGeom>
              <a:avLst/>
              <a:gdLst/>
              <a:ahLst/>
              <a:cxnLst/>
              <a:rect l="l" t="t" r="r" b="b"/>
              <a:pathLst>
                <a:path w="727" h="712" extrusionOk="0">
                  <a:moveTo>
                    <a:pt x="183" y="1"/>
                  </a:moveTo>
                  <a:cubicBezTo>
                    <a:pt x="140" y="1"/>
                    <a:pt x="96" y="15"/>
                    <a:pt x="60" y="45"/>
                  </a:cubicBezTo>
                  <a:cubicBezTo>
                    <a:pt x="0" y="105"/>
                    <a:pt x="0" y="212"/>
                    <a:pt x="60" y="283"/>
                  </a:cubicBezTo>
                  <a:lnTo>
                    <a:pt x="429" y="664"/>
                  </a:lnTo>
                  <a:cubicBezTo>
                    <a:pt x="466" y="696"/>
                    <a:pt x="505" y="711"/>
                    <a:pt x="543" y="711"/>
                  </a:cubicBezTo>
                  <a:cubicBezTo>
                    <a:pt x="590" y="711"/>
                    <a:pt x="634" y="687"/>
                    <a:pt x="667" y="641"/>
                  </a:cubicBezTo>
                  <a:cubicBezTo>
                    <a:pt x="727" y="569"/>
                    <a:pt x="727" y="486"/>
                    <a:pt x="667" y="426"/>
                  </a:cubicBezTo>
                  <a:lnTo>
                    <a:pt x="298" y="45"/>
                  </a:lnTo>
                  <a:cubicBezTo>
                    <a:pt x="268" y="15"/>
                    <a:pt x="227" y="1"/>
                    <a:pt x="183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7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 dirty="0">
                <a:latin typeface="Andalus" panose="02020603050405020304" pitchFamily="18" charset="-78"/>
                <a:cs typeface="Andalus" panose="02020603050405020304" pitchFamily="18" charset="-78"/>
              </a:rPr>
              <a:t>Introduction</a:t>
            </a:r>
            <a:endParaRPr u="sng"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72" name="Google Shape;872;p40"/>
          <p:cNvSpPr txBox="1">
            <a:spLocks noGrp="1"/>
          </p:cNvSpPr>
          <p:nvPr>
            <p:ph type="subTitle" idx="2"/>
          </p:nvPr>
        </p:nvSpPr>
        <p:spPr>
          <a:xfrm>
            <a:off x="1098100" y="1715800"/>
            <a:ext cx="6625978" cy="18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This project is a simple, command-line-based LMS written in C</a:t>
            </a:r>
            <a:r>
              <a:rPr lang="en-US" dirty="0" smtClean="0">
                <a:latin typeface="+mn-lt"/>
              </a:rPr>
              <a:t>++.</a:t>
            </a:r>
            <a:endParaRPr lang="en-US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It </a:t>
            </a:r>
            <a:r>
              <a:rPr lang="en-US" dirty="0">
                <a:latin typeface="+mn-lt"/>
              </a:rPr>
              <a:t>simulates the core functions of an academic management system used to handle student and teacher information</a:t>
            </a:r>
            <a:r>
              <a:rPr lang="en-US" dirty="0" smtClean="0">
                <a:latin typeface="+mn-lt"/>
              </a:rPr>
              <a:t>.</a:t>
            </a:r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program uses object-oriented design to separate responsibilities between the LMS, the admin, and the </a:t>
            </a:r>
            <a:r>
              <a:rPr lang="en-US" dirty="0" smtClean="0">
                <a:latin typeface="+mn-lt"/>
              </a:rPr>
              <a:t>student.</a:t>
            </a:r>
            <a:endParaRPr lang="en-US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+mn-lt"/>
              </a:rPr>
              <a:t>Each </a:t>
            </a:r>
            <a:r>
              <a:rPr lang="en-US" dirty="0">
                <a:latin typeface="+mn-lt"/>
              </a:rPr>
              <a:t>part interacts with shared data through inheritance, creating a structured and modular academic management system.</a:t>
            </a:r>
            <a:endParaRPr lang="en-US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C++ and OOP concepts used in this code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graphicFrame>
        <p:nvGraphicFramePr>
          <p:cNvPr id="838" name="Google Shape;838;p37"/>
          <p:cNvGraphicFramePr/>
          <p:nvPr/>
        </p:nvGraphicFramePr>
        <p:xfrm>
          <a:off x="720000" y="1684327"/>
          <a:ext cx="7704000" cy="2102940"/>
        </p:xfrm>
        <a:graphic>
          <a:graphicData uri="http://schemas.openxmlformats.org/drawingml/2006/table">
            <a:tbl>
              <a:tblPr>
                <a:noFill/>
                <a:tableStyleId>{8BE336D7-F27A-4562-BB4E-443B5CC8B01C}</a:tableStyleId>
              </a:tblPr>
              <a:tblGrid>
                <a:gridCol w="3874302"/>
                <a:gridCol w="3829698"/>
              </a:tblGrid>
              <a:tr h="3497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Classes</a:t>
                      </a:r>
                      <a:r>
                        <a:rPr lang="en-US" sz="1100" baseline="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 </a:t>
                      </a:r>
                      <a:endParaRPr sz="11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While</a:t>
                      </a:r>
                      <a:r>
                        <a:rPr lang="en-US" sz="1000" baseline="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 loop</a:t>
                      </a:r>
                      <a:endParaRPr sz="10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Catamaran"/>
                        <a:cs typeface="Andalus" panose="02020603050405020304" pitchFamily="18" charset="-78"/>
                        <a:sym typeface="Catamar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  <a:tr h="3497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Encapsulatio</a:t>
                      </a:r>
                      <a:r>
                        <a:rPr lang="en-US" sz="1100" baseline="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n </a:t>
                      </a:r>
                      <a:endParaRPr sz="11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Random</a:t>
                      </a:r>
                      <a:r>
                        <a:rPr lang="en-US" sz="1000" baseline="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 numbers </a:t>
                      </a:r>
                      <a:endParaRPr sz="10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Catamaran"/>
                        <a:cs typeface="Andalus" panose="02020603050405020304" pitchFamily="18" charset="-78"/>
                        <a:sym typeface="Catamar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  <a:tr h="3497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Inheritance</a:t>
                      </a:r>
                      <a:r>
                        <a:rPr lang="en-US" sz="1100" baseline="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 </a:t>
                      </a:r>
                      <a:endParaRPr lang="en-US" sz="1100" baseline="0" dirty="0" smtClean="0">
                        <a:solidFill>
                          <a:schemeClr val="hlink"/>
                        </a:solidFill>
                        <a:uFill>
                          <a:noFill/>
                        </a:u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If else</a:t>
                      </a:r>
                      <a:r>
                        <a:rPr lang="en-US" sz="1000" baseline="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 statements </a:t>
                      </a:r>
                      <a:endParaRPr sz="10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Catamaran"/>
                        <a:cs typeface="Andalus" panose="02020603050405020304" pitchFamily="18" charset="-78"/>
                        <a:sym typeface="Catamar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  <a:tr h="3497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Parameters</a:t>
                      </a:r>
                      <a:endParaRPr sz="11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Destructor </a:t>
                      </a:r>
                      <a:endParaRPr sz="10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Catamaran"/>
                        <a:cs typeface="Andalus" panose="02020603050405020304" pitchFamily="18" charset="-78"/>
                        <a:sym typeface="Catamar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  <a:tr h="34977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Vector</a:t>
                      </a:r>
                      <a:r>
                        <a:rPr lang="en-US" sz="1100" dirty="0" smtClean="0">
                          <a:solidFill>
                            <a:schemeClr val="hlink"/>
                          </a:solidFill>
                          <a:uFill>
                            <a:noFill/>
                          </a:u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s </a:t>
                      </a:r>
                      <a:endParaRPr sz="11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Goto</a:t>
                      </a:r>
                      <a:r>
                        <a:rPr lang="en-US" sz="1000" baseline="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 statement </a:t>
                      </a:r>
                      <a:endParaRPr lang="en-US" sz="10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Increment operator</a:t>
                      </a:r>
                      <a:r>
                        <a:rPr lang="en-US" sz="1100" baseline="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Anton"/>
                          <a:cs typeface="Andalus" panose="02020603050405020304" pitchFamily="18" charset="-78"/>
                          <a:sym typeface="Anton"/>
                        </a:rPr>
                        <a:t>s </a:t>
                      </a:r>
                      <a:endParaRPr sz="1100" dirty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Anton"/>
                        <a:cs typeface="Andalus" panose="02020603050405020304" pitchFamily="18" charset="-78"/>
                        <a:sym typeface="Anto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smtClean="0">
                          <a:solidFill>
                            <a:schemeClr val="dk1"/>
                          </a:solidFill>
                          <a:latin typeface="Andalus" panose="02020603050405020304" pitchFamily="18" charset="-78"/>
                          <a:ea typeface="Catamaran"/>
                          <a:cs typeface="Andalus" panose="02020603050405020304" pitchFamily="18" charset="-78"/>
                          <a:sym typeface="Catamaran"/>
                        </a:rPr>
                        <a:t>For loop</a:t>
                      </a:r>
                      <a:endParaRPr lang="en-US" sz="1000" dirty="0" smtClean="0">
                        <a:solidFill>
                          <a:schemeClr val="dk1"/>
                        </a:solidFill>
                        <a:latin typeface="Andalus" panose="02020603050405020304" pitchFamily="18" charset="-78"/>
                        <a:ea typeface="Catamaran"/>
                        <a:cs typeface="Andalus" panose="02020603050405020304" pitchFamily="18" charset="-78"/>
                        <a:sym typeface="Catamar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839" name="Google Shape;839;p37"/>
          <p:cNvSpPr txBox="1"/>
          <p:nvPr/>
        </p:nvSpPr>
        <p:spPr>
          <a:xfrm>
            <a:off x="720000" y="1135163"/>
            <a:ext cx="77040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chemeClr val="dk1"/>
                </a:solidFill>
                <a:latin typeface="+mn-lt"/>
                <a:ea typeface="Catamaran"/>
                <a:cs typeface="Catamaran"/>
                <a:sym typeface="Catamaran"/>
              </a:rPr>
              <a:t>Following are the concepts we used in this code </a:t>
            </a:r>
            <a:endParaRPr sz="1200" b="1" dirty="0">
              <a:solidFill>
                <a:schemeClr val="dk1"/>
              </a:solidFill>
              <a:latin typeface="+mn-lt"/>
              <a:ea typeface="Catamaran"/>
              <a:cs typeface="Catamaran"/>
              <a:sym typeface="Catamar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Key features of LMS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51" name="Google Shape;851;p38"/>
          <p:cNvSpPr txBox="1">
            <a:spLocks noGrp="1"/>
          </p:cNvSpPr>
          <p:nvPr>
            <p:ph type="title" idx="5"/>
          </p:nvPr>
        </p:nvSpPr>
        <p:spPr>
          <a:xfrm>
            <a:off x="2639386" y="1295400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 Black" panose="020B0A04020102020204" pitchFamily="34" charset="0"/>
              </a:rPr>
              <a:t>01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52" name="Google Shape;852;p38"/>
          <p:cNvSpPr txBox="1">
            <a:spLocks noGrp="1"/>
          </p:cNvSpPr>
          <p:nvPr>
            <p:ph type="title" idx="7"/>
          </p:nvPr>
        </p:nvSpPr>
        <p:spPr>
          <a:xfrm>
            <a:off x="5736911" y="1295400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 Black" panose="020B0A04020102020204" pitchFamily="34" charset="0"/>
              </a:rPr>
              <a:t>02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53" name="Google Shape;853;p38"/>
          <p:cNvSpPr txBox="1">
            <a:spLocks noGrp="1"/>
          </p:cNvSpPr>
          <p:nvPr>
            <p:ph type="title" idx="8"/>
          </p:nvPr>
        </p:nvSpPr>
        <p:spPr>
          <a:xfrm>
            <a:off x="5736911" y="3016825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 Black" panose="020B0A04020102020204" pitchFamily="34" charset="0"/>
              </a:rPr>
              <a:t>04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54" name="Google Shape;854;p38"/>
          <p:cNvSpPr txBox="1">
            <a:spLocks noGrp="1"/>
          </p:cNvSpPr>
          <p:nvPr>
            <p:ph type="title" idx="6"/>
          </p:nvPr>
        </p:nvSpPr>
        <p:spPr>
          <a:xfrm>
            <a:off x="2639386" y="3016825"/>
            <a:ext cx="767100" cy="5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 Black" panose="020B0A04020102020204" pitchFamily="34" charset="0"/>
              </a:rPr>
              <a:t>03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55" name="Google Shape;855;p38"/>
          <p:cNvSpPr txBox="1">
            <a:spLocks noGrp="1"/>
          </p:cNvSpPr>
          <p:nvPr>
            <p:ph type="subTitle" idx="9"/>
          </p:nvPr>
        </p:nvSpPr>
        <p:spPr>
          <a:xfrm>
            <a:off x="1761313" y="2063809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New Account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56" name="Google Shape;856;p38"/>
          <p:cNvSpPr txBox="1">
            <a:spLocks noGrp="1"/>
          </p:cNvSpPr>
          <p:nvPr>
            <p:ph type="subTitle" idx="13"/>
          </p:nvPr>
        </p:nvSpPr>
        <p:spPr>
          <a:xfrm>
            <a:off x="4858838" y="2056272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Student Portal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57" name="Google Shape;857;p38"/>
          <p:cNvSpPr txBox="1">
            <a:spLocks noGrp="1"/>
          </p:cNvSpPr>
          <p:nvPr>
            <p:ph type="subTitle" idx="14"/>
          </p:nvPr>
        </p:nvSpPr>
        <p:spPr>
          <a:xfrm>
            <a:off x="1605776" y="3715734"/>
            <a:ext cx="2854711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Admin </a:t>
            </a:r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Portal (</a:t>
            </a: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Teacher)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858" name="Google Shape;858;p38"/>
          <p:cNvSpPr txBox="1">
            <a:spLocks noGrp="1"/>
          </p:cNvSpPr>
          <p:nvPr>
            <p:ph type="subTitle" idx="15"/>
          </p:nvPr>
        </p:nvSpPr>
        <p:spPr>
          <a:xfrm>
            <a:off x="4858838" y="3715734"/>
            <a:ext cx="2523900" cy="51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Password Recovery 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01. New account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latin typeface="+mn-lt"/>
              </a:rPr>
              <a:t>Create new </a:t>
            </a:r>
            <a:r>
              <a:rPr lang="en-US" sz="1800" dirty="0" smtClean="0">
                <a:latin typeface="+mn-lt"/>
              </a:rPr>
              <a:t>student account.</a:t>
            </a:r>
            <a:endParaRPr lang="en-US" sz="1800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Enter your name and cnic.</a:t>
            </a:r>
            <a:endParaRPr lang="en-US" sz="1800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It checks whether credentials are valid or not. </a:t>
            </a:r>
            <a:endParaRPr lang="en-US" sz="1800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It check length of Cnic.</a:t>
            </a:r>
            <a:endParaRPr lang="en-US" sz="1800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It assigns Ag number and Password by itself to new student. </a:t>
            </a: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02. Student Portal 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latin typeface="+mn-lt"/>
              </a:rPr>
              <a:t>View profile information.</a:t>
            </a:r>
            <a:endParaRPr lang="en-US" sz="1800" dirty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View </a:t>
            </a:r>
            <a:r>
              <a:rPr lang="en-US" sz="1800" dirty="0">
                <a:latin typeface="+mn-lt"/>
              </a:rPr>
              <a:t>enrolled courses.</a:t>
            </a:r>
            <a:endParaRPr lang="en-US" sz="1800" dirty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Check </a:t>
            </a:r>
            <a:r>
              <a:rPr lang="en-US" sz="1800" dirty="0">
                <a:latin typeface="+mn-lt"/>
              </a:rPr>
              <a:t>GPA and CGPA.</a:t>
            </a:r>
            <a:endParaRPr lang="en-US" sz="1800" dirty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Submit </a:t>
            </a:r>
            <a:r>
              <a:rPr lang="en-US" sz="1800" dirty="0">
                <a:latin typeface="+mn-lt"/>
              </a:rPr>
              <a:t>course/teacher reviews.</a:t>
            </a:r>
            <a:endParaRPr lang="en-US" sz="1800" dirty="0">
              <a:latin typeface="+mn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>
                <a:latin typeface="Arial Black" panose="020B0A04020102020204" pitchFamily="34" charset="0"/>
              </a:rPr>
              <a:t>03. </a:t>
            </a:r>
            <a:r>
              <a:rPr lang="en-US" dirty="0">
                <a:latin typeface="Arial Black" panose="020B0A04020102020204" pitchFamily="34" charset="0"/>
              </a:rPr>
              <a:t>Admin Portal (Teacher)</a:t>
            </a:r>
            <a:r>
              <a:rPr lang="en-US" dirty="0" smtClean="0">
                <a:latin typeface="Arial Black" panose="020B0A04020102020204" pitchFamily="34" charset="0"/>
              </a:rPr>
              <a:t>  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 smtClean="0">
                <a:latin typeface="+mn-lt"/>
              </a:rPr>
              <a:t>Admin </a:t>
            </a:r>
            <a:r>
              <a:rPr lang="en-US" sz="1600" dirty="0">
                <a:latin typeface="+mn-lt"/>
              </a:rPr>
              <a:t>AG#: 2021ag2248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Admin Password</a:t>
            </a:r>
            <a:r>
              <a:rPr lang="en-US" sz="1600" dirty="0">
                <a:latin typeface="+mn-lt"/>
              </a:rPr>
              <a:t>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View admin </a:t>
            </a:r>
            <a:r>
              <a:rPr lang="en-US" sz="1600" dirty="0">
                <a:latin typeface="+mn-lt"/>
              </a:rPr>
              <a:t>profile.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View </a:t>
            </a:r>
            <a:r>
              <a:rPr lang="en-US" sz="1600" dirty="0">
                <a:latin typeface="+mn-lt"/>
              </a:rPr>
              <a:t>full student records.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Read </a:t>
            </a:r>
            <a:r>
              <a:rPr lang="en-US" sz="1600" dirty="0">
                <a:latin typeface="+mn-lt"/>
              </a:rPr>
              <a:t>all student reviews.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Edit </a:t>
            </a:r>
            <a:r>
              <a:rPr lang="en-US" sz="1600" dirty="0">
                <a:latin typeface="+mn-lt"/>
              </a:rPr>
              <a:t>student information (name, CNIC, password).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Edit </a:t>
            </a:r>
            <a:r>
              <a:rPr lang="en-US" sz="1600" dirty="0">
                <a:latin typeface="+mn-lt"/>
              </a:rPr>
              <a:t>admin information.</a:t>
            </a:r>
            <a:endParaRPr sz="1600" dirty="0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>
                <a:latin typeface="Arial Black" panose="020B0A04020102020204" pitchFamily="34" charset="0"/>
              </a:rPr>
              <a:t>04. </a:t>
            </a:r>
            <a:r>
              <a:rPr lang="en-US" dirty="0">
                <a:latin typeface="Arial Black" panose="020B0A04020102020204" pitchFamily="34" charset="0"/>
              </a:rPr>
              <a:t>Password Recovery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9559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If student inputs wrong credential 3 or more times then it gives an option to recover the password:</a:t>
            </a:r>
            <a:endParaRPr lang="en-US" dirty="0" smtClean="0"/>
          </a:p>
          <a:p>
            <a:r>
              <a:rPr lang="en-US" dirty="0" smtClean="0"/>
              <a:t>Recovery </a:t>
            </a:r>
            <a:r>
              <a:rPr lang="en-US" dirty="0"/>
              <a:t>keys for students</a:t>
            </a:r>
            <a:r>
              <a:rPr lang="en-US" dirty="0" smtClean="0"/>
              <a:t>:</a:t>
            </a: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      - 2024ag8790</a:t>
            </a:r>
            <a:endParaRPr lang="en-US" dirty="0" smtClean="0"/>
          </a:p>
          <a:p>
            <a:pPr marL="139700" indent="0">
              <a:buNone/>
            </a:pPr>
            <a:r>
              <a:rPr lang="en-US" dirty="0" smtClean="0"/>
              <a:t>      - </a:t>
            </a:r>
            <a:r>
              <a:rPr lang="en-US" dirty="0"/>
              <a:t>2024ag9203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 </a:t>
            </a:r>
            <a:r>
              <a:rPr lang="en-US" dirty="0" smtClean="0"/>
              <a:t>- 2024ag8958</a:t>
            </a:r>
            <a:endParaRPr lang="en-US" dirty="0" smtClean="0"/>
          </a:p>
          <a:p>
            <a:r>
              <a:rPr lang="en-US" dirty="0" smtClean="0"/>
              <a:t>If admin forgets his password then he can enter password recovery mode by typing 2021ag2248FP in the first interface.</a:t>
            </a:r>
            <a:endParaRPr lang="en-US" dirty="0" smtClean="0"/>
          </a:p>
          <a:p>
            <a:r>
              <a:rPr lang="en-US" dirty="0" smtClean="0"/>
              <a:t>Admin Recovery Key : ----------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46"/>
          <p:cNvPicPr preferRelativeResize="0"/>
          <p:nvPr/>
        </p:nvPicPr>
        <p:blipFill rotWithShape="1">
          <a:blip r:embed="rId1"/>
          <a:srcRect l="16679" r="16679"/>
          <a:stretch>
            <a:fillRect/>
          </a:stretch>
        </p:blipFill>
        <p:spPr>
          <a:xfrm>
            <a:off x="1224575" y="1531025"/>
            <a:ext cx="1296300" cy="12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46"/>
          <p:cNvPicPr preferRelativeResize="0"/>
          <p:nvPr/>
        </p:nvPicPr>
        <p:blipFill rotWithShape="1">
          <a:blip r:embed="rId2"/>
          <a:srcRect l="32433" r="11317"/>
          <a:stretch>
            <a:fillRect/>
          </a:stretch>
        </p:blipFill>
        <p:spPr>
          <a:xfrm>
            <a:off x="6623125" y="1531025"/>
            <a:ext cx="1296300" cy="12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46"/>
          <p:cNvPicPr preferRelativeResize="0"/>
          <p:nvPr/>
        </p:nvPicPr>
        <p:blipFill rotWithShape="1">
          <a:blip r:embed="rId3"/>
          <a:srcRect l="8463" r="24896"/>
          <a:stretch>
            <a:fillRect/>
          </a:stretch>
        </p:blipFill>
        <p:spPr>
          <a:xfrm>
            <a:off x="3923850" y="1531025"/>
            <a:ext cx="1296300" cy="12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Class Structure 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954" name="Google Shape;954;p46"/>
          <p:cNvSpPr txBox="1">
            <a:spLocks noGrp="1"/>
          </p:cNvSpPr>
          <p:nvPr>
            <p:ph type="subTitle" idx="4"/>
          </p:nvPr>
        </p:nvSpPr>
        <p:spPr>
          <a:xfrm>
            <a:off x="834823" y="3153374"/>
            <a:ext cx="2226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ndalus" panose="02020603050405020304" pitchFamily="18" charset="-78"/>
                <a:cs typeface="Andalus" panose="02020603050405020304" pitchFamily="18" charset="-78"/>
              </a:rPr>
              <a:t>LMS (Parent)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955" name="Google Shape;955;p46"/>
          <p:cNvSpPr txBox="1">
            <a:spLocks noGrp="1"/>
          </p:cNvSpPr>
          <p:nvPr>
            <p:ph type="subTitle" idx="5"/>
          </p:nvPr>
        </p:nvSpPr>
        <p:spPr>
          <a:xfrm>
            <a:off x="3376056" y="3153374"/>
            <a:ext cx="2391888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Admin Portal (Child)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956" name="Google Shape;956;p46"/>
          <p:cNvSpPr txBox="1">
            <a:spLocks noGrp="1"/>
          </p:cNvSpPr>
          <p:nvPr>
            <p:ph type="subTitle" idx="6"/>
          </p:nvPr>
        </p:nvSpPr>
        <p:spPr>
          <a:xfrm>
            <a:off x="6007928" y="3167193"/>
            <a:ext cx="252669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ndalus" panose="02020603050405020304" pitchFamily="18" charset="-78"/>
                <a:cs typeface="Andalus" panose="02020603050405020304" pitchFamily="18" charset="-78"/>
              </a:rPr>
              <a:t>Student Portal (child)</a:t>
            </a:r>
            <a:endParaRPr dirty="0"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LMS (PARENT)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 smtClean="0">
                <a:latin typeface="+mn-lt"/>
              </a:rPr>
              <a:t>This </a:t>
            </a:r>
            <a:r>
              <a:rPr lang="en-US" sz="1600" dirty="0">
                <a:latin typeface="+mn-lt"/>
              </a:rPr>
              <a:t>base class contains: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Vectors storing student </a:t>
            </a:r>
            <a:r>
              <a:rPr lang="en-US" sz="1600" dirty="0">
                <a:latin typeface="+mn-lt"/>
              </a:rPr>
              <a:t>names, AG numbers, CNIC numbers, passwords, GPAs, and CGPAs.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Functions </a:t>
            </a:r>
            <a:r>
              <a:rPr lang="en-US" sz="1600" dirty="0">
                <a:latin typeface="+mn-lt"/>
              </a:rPr>
              <a:t>for creating new accounts, logging into existing accounts, and handling repeated failed login attempts.</a:t>
            </a:r>
            <a:endParaRPr lang="en-US" sz="1600" dirty="0">
              <a:latin typeface="+mn-lt"/>
            </a:endParaRPr>
          </a:p>
          <a:p>
            <a:r>
              <a:rPr lang="en-US" sz="1600" dirty="0" smtClean="0">
                <a:latin typeface="+mn-lt"/>
              </a:rPr>
              <a:t>Logic </a:t>
            </a:r>
            <a:r>
              <a:rPr lang="en-US" sz="1600" dirty="0">
                <a:latin typeface="+mn-lt"/>
              </a:rPr>
              <a:t>for password recovery</a:t>
            </a:r>
            <a:r>
              <a:rPr lang="en-US" sz="1600" dirty="0" smtClean="0">
                <a:latin typeface="+mn-lt"/>
              </a:rPr>
              <a:t>.</a:t>
            </a:r>
            <a:r>
              <a:rPr lang="en-US" sz="1600" dirty="0">
                <a:latin typeface="+mn-lt"/>
              </a:rPr>
              <a:t> </a:t>
            </a:r>
            <a:endParaRPr sz="1600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Admin Portal (Child)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20000" y="1722125"/>
            <a:ext cx="4952254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Inherits </a:t>
            </a:r>
            <a:r>
              <a:rPr lang="en-US" dirty="0"/>
              <a:t>from LMS.</a:t>
            </a:r>
            <a:endParaRPr lang="en-US" dirty="0"/>
          </a:p>
          <a:p>
            <a:r>
              <a:rPr lang="en-US" dirty="0" smtClean="0"/>
              <a:t>Adds </a:t>
            </a:r>
            <a:r>
              <a:rPr lang="en-US" dirty="0"/>
              <a:t>admin-specific abilities: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- Admin login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- Displaying all student data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- Viewing reviews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- Editing details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     - Highlighting certain flagged </a:t>
            </a:r>
            <a:r>
              <a:rPr lang="en-US" dirty="0" smtClean="0"/>
              <a:t>students</a:t>
            </a:r>
            <a:r>
              <a:rPr lang="en-US" sz="1600" dirty="0">
                <a:latin typeface="+mn-lt"/>
              </a:rPr>
              <a:t> </a:t>
            </a:r>
            <a:endParaRPr sz="1600" dirty="0">
              <a:latin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Arial Black" panose="020B0A04020102020204" pitchFamily="34" charset="0"/>
              </a:rPr>
              <a:t>Student Portal (Child)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878" name="Google Shape;878;p41"/>
          <p:cNvSpPr txBox="1">
            <a:spLocks noGrp="1"/>
          </p:cNvSpPr>
          <p:nvPr>
            <p:ph type="subTitle" idx="1"/>
          </p:nvPr>
        </p:nvSpPr>
        <p:spPr>
          <a:xfrm>
            <a:off x="719999" y="1722125"/>
            <a:ext cx="5100937" cy="26937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dirty="0" smtClean="0">
                <a:latin typeface="+mn-lt"/>
              </a:rPr>
              <a:t>Provides </a:t>
            </a:r>
            <a:r>
              <a:rPr lang="en-US" sz="1600" dirty="0">
                <a:latin typeface="+mn-lt"/>
              </a:rPr>
              <a:t>student-specific features:</a:t>
            </a:r>
            <a:endParaRPr lang="en-US" sz="1600" dirty="0">
              <a:latin typeface="+mn-lt"/>
            </a:endParaRPr>
          </a:p>
          <a:p>
            <a:pPr marL="139700" indent="0">
              <a:buNone/>
            </a:pPr>
            <a:r>
              <a:rPr lang="en-US" sz="1600" dirty="0">
                <a:latin typeface="+mn-lt"/>
              </a:rPr>
              <a:t>     - Student dashboard with enrolled courses </a:t>
            </a:r>
            <a:endParaRPr lang="en-US" sz="1600" dirty="0" smtClean="0">
              <a:latin typeface="+mn-lt"/>
            </a:endParaRPr>
          </a:p>
          <a:p>
            <a:pPr marL="139700" indent="0">
              <a:buNone/>
            </a:pPr>
            <a:r>
              <a:rPr lang="en-US" sz="1600" dirty="0">
                <a:latin typeface="+mn-lt"/>
              </a:rPr>
              <a:t> </a:t>
            </a:r>
            <a:r>
              <a:rPr lang="en-US" sz="1600" dirty="0" smtClean="0">
                <a:latin typeface="+mn-lt"/>
              </a:rPr>
              <a:t>    - (e.g. CS-409-OOP</a:t>
            </a:r>
            <a:r>
              <a:rPr lang="en-US" sz="1600" dirty="0">
                <a:latin typeface="+mn-lt"/>
              </a:rPr>
              <a:t>, CS-407 Operating Systems)</a:t>
            </a:r>
            <a:endParaRPr lang="en-US" sz="1600" dirty="0">
              <a:latin typeface="+mn-lt"/>
            </a:endParaRPr>
          </a:p>
          <a:p>
            <a:pPr marL="139700" indent="0">
              <a:buNone/>
            </a:pPr>
            <a:r>
              <a:rPr lang="en-US" sz="1600" dirty="0">
                <a:latin typeface="+mn-lt"/>
              </a:rPr>
              <a:t>     - GPA/CGPA result display</a:t>
            </a:r>
            <a:endParaRPr lang="en-US" sz="1600" dirty="0">
              <a:latin typeface="+mn-lt"/>
            </a:endParaRPr>
          </a:p>
          <a:p>
            <a:pPr marL="139700" indent="0">
              <a:buNone/>
            </a:pPr>
            <a:r>
              <a:rPr lang="en-US" sz="1600" dirty="0">
                <a:latin typeface="+mn-lt"/>
              </a:rPr>
              <a:t>     - Review submission</a:t>
            </a:r>
            <a:endParaRPr lang="en-US" sz="1600" dirty="0">
              <a:latin typeface="+mn-lt"/>
            </a:endParaRPr>
          </a:p>
          <a:p>
            <a:pPr marL="139700" indent="0">
              <a:buNone/>
            </a:pPr>
            <a:r>
              <a:rPr lang="en-US" sz="1600" dirty="0">
                <a:latin typeface="+mn-lt"/>
              </a:rPr>
              <a:t>     - Logout functionality with motivational quote</a:t>
            </a:r>
            <a:endParaRPr sz="1800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Andalus" panose="02020603050405020304" pitchFamily="18" charset="-78"/>
                <a:cs typeface="Andalus" panose="02020603050405020304" pitchFamily="18" charset="-78"/>
              </a:rPr>
              <a:t>Program Flow (main function)</a:t>
            </a:r>
            <a:br>
              <a:rPr lang="en-US" dirty="0"/>
            </a:br>
            <a:endParaRPr dirty="0"/>
          </a:p>
        </p:txBody>
      </p:sp>
      <p:sp>
        <p:nvSpPr>
          <p:cNvPr id="891" name="Google Shape;891;p43"/>
          <p:cNvSpPr txBox="1">
            <a:spLocks noGrp="1"/>
          </p:cNvSpPr>
          <p:nvPr>
            <p:ph type="subTitle" idx="2"/>
          </p:nvPr>
        </p:nvSpPr>
        <p:spPr>
          <a:xfrm>
            <a:off x="1379899" y="1373344"/>
            <a:ext cx="6990950" cy="3287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>
                <a:latin typeface="+mn-lt"/>
              </a:rPr>
              <a:t>• Begins with a welcome screen.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Loops until the </a:t>
            </a:r>
            <a:r>
              <a:rPr lang="en-US" dirty="0" smtClean="0">
                <a:latin typeface="+mn-lt"/>
              </a:rPr>
              <a:t>user (admin, student) gets access to the account </a:t>
            </a:r>
            <a:r>
              <a:rPr lang="en-US" dirty="0">
                <a:latin typeface="+mn-lt"/>
              </a:rPr>
              <a:t>fully.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Offers options: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   - Create a new account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   - Log into an existing account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Recognizes admin credentials or recovery keys.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Redirects the user to: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   - Student Portal (if logged in as student)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   - Admin Portal (if logged in as admin)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Returns users to their menu after every action.</a:t>
            </a:r>
            <a:endParaRPr lang="en-US" dirty="0">
              <a:latin typeface="+mn-lt"/>
            </a:endParaRPr>
          </a:p>
          <a:p>
            <a:pPr algn="l"/>
            <a:r>
              <a:rPr lang="en-US" dirty="0">
                <a:latin typeface="+mn-lt"/>
              </a:rPr>
              <a:t>• Allows logging out and switching to another account</a:t>
            </a:r>
            <a:r>
              <a:rPr lang="en-US" dirty="0" smtClean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51"/>
          <p:cNvSpPr txBox="1">
            <a:spLocks noGrp="1"/>
          </p:cNvSpPr>
          <p:nvPr>
            <p:ph type="title"/>
          </p:nvPr>
        </p:nvSpPr>
        <p:spPr>
          <a:xfrm>
            <a:off x="1523599" y="1750625"/>
            <a:ext cx="6218139" cy="18446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>
                <a:latin typeface="Arial Black" panose="020B0A04020102020204" pitchFamily="34" charset="0"/>
              </a:rPr>
              <a:t>THANK YOU &lt;3 </a:t>
            </a:r>
            <a:endParaRPr dirty="0">
              <a:latin typeface="Arial Black" panose="020B0A04020102020204" pitchFamily="34" charset="0"/>
            </a:endParaRPr>
          </a:p>
        </p:txBody>
      </p:sp>
      <p:grpSp>
        <p:nvGrpSpPr>
          <p:cNvPr id="1012" name="Google Shape;1012;p51"/>
          <p:cNvGrpSpPr/>
          <p:nvPr/>
        </p:nvGrpSpPr>
        <p:grpSpPr>
          <a:xfrm>
            <a:off x="582712" y="7"/>
            <a:ext cx="643935" cy="2314064"/>
            <a:chOff x="582712" y="7"/>
            <a:chExt cx="643935" cy="2314064"/>
          </a:xfrm>
        </p:grpSpPr>
        <p:grpSp>
          <p:nvGrpSpPr>
            <p:cNvPr id="1013" name="Google Shape;1013;p51"/>
            <p:cNvGrpSpPr/>
            <p:nvPr/>
          </p:nvGrpSpPr>
          <p:grpSpPr>
            <a:xfrm rot="10800000">
              <a:off x="1035918" y="3987"/>
              <a:ext cx="190730" cy="2310083"/>
              <a:chOff x="9" y="2835115"/>
              <a:chExt cx="134668" cy="1631069"/>
            </a:xfrm>
          </p:grpSpPr>
          <p:sp>
            <p:nvSpPr>
              <p:cNvPr id="1014" name="Google Shape;1014;p51"/>
              <p:cNvSpPr/>
              <p:nvPr/>
            </p:nvSpPr>
            <p:spPr>
              <a:xfrm rot="-5400000">
                <a:off x="-655129" y="3676378"/>
                <a:ext cx="1497053" cy="82558"/>
              </a:xfrm>
              <a:custGeom>
                <a:avLst/>
                <a:gdLst/>
                <a:ahLst/>
                <a:cxnLst/>
                <a:rect l="l" t="t" r="r" b="b"/>
                <a:pathLst>
                  <a:path w="34417" h="1898" extrusionOk="0">
                    <a:moveTo>
                      <a:pt x="34060" y="0"/>
                    </a:moveTo>
                    <a:cubicBezTo>
                      <a:pt x="33874" y="0"/>
                      <a:pt x="33760" y="57"/>
                      <a:pt x="33703" y="228"/>
                    </a:cubicBezTo>
                    <a:lnTo>
                      <a:pt x="21694" y="228"/>
                    </a:lnTo>
                    <a:lnTo>
                      <a:pt x="20268" y="1655"/>
                    </a:lnTo>
                    <a:lnTo>
                      <a:pt x="0" y="1655"/>
                    </a:lnTo>
                    <a:lnTo>
                      <a:pt x="0" y="1897"/>
                    </a:lnTo>
                    <a:lnTo>
                      <a:pt x="20382" y="1897"/>
                    </a:lnTo>
                    <a:lnTo>
                      <a:pt x="21751" y="471"/>
                    </a:lnTo>
                    <a:lnTo>
                      <a:pt x="33703" y="471"/>
                    </a:lnTo>
                    <a:cubicBezTo>
                      <a:pt x="33760" y="642"/>
                      <a:pt x="33874" y="713"/>
                      <a:pt x="34060" y="713"/>
                    </a:cubicBezTo>
                    <a:cubicBezTo>
                      <a:pt x="34288" y="713"/>
                      <a:pt x="34416" y="585"/>
                      <a:pt x="34416" y="357"/>
                    </a:cubicBezTo>
                    <a:cubicBezTo>
                      <a:pt x="34416" y="114"/>
                      <a:pt x="34288" y="0"/>
                      <a:pt x="3406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5" name="Google Shape;1015;p51"/>
              <p:cNvSpPr/>
              <p:nvPr/>
            </p:nvSpPr>
            <p:spPr>
              <a:xfrm rot="-5400000">
                <a:off x="-420003" y="3973575"/>
                <a:ext cx="912621" cy="72597"/>
              </a:xfrm>
              <a:custGeom>
                <a:avLst/>
                <a:gdLst/>
                <a:ahLst/>
                <a:cxnLst/>
                <a:rect l="l" t="t" r="r" b="b"/>
                <a:pathLst>
                  <a:path w="20981" h="1669" extrusionOk="0">
                    <a:moveTo>
                      <a:pt x="20567" y="0"/>
                    </a:moveTo>
                    <a:cubicBezTo>
                      <a:pt x="20382" y="0"/>
                      <a:pt x="20210" y="185"/>
                      <a:pt x="20210" y="357"/>
                    </a:cubicBezTo>
                    <a:cubicBezTo>
                      <a:pt x="20210" y="414"/>
                      <a:pt x="20210" y="485"/>
                      <a:pt x="20268" y="542"/>
                    </a:cubicBezTo>
                    <a:lnTo>
                      <a:pt x="19383" y="1426"/>
                    </a:lnTo>
                    <a:lnTo>
                      <a:pt x="0" y="1426"/>
                    </a:lnTo>
                    <a:lnTo>
                      <a:pt x="0" y="1669"/>
                    </a:lnTo>
                    <a:lnTo>
                      <a:pt x="19440" y="1669"/>
                    </a:lnTo>
                    <a:lnTo>
                      <a:pt x="20382" y="713"/>
                    </a:lnTo>
                    <a:lnTo>
                      <a:pt x="20567" y="713"/>
                    </a:lnTo>
                    <a:cubicBezTo>
                      <a:pt x="20810" y="713"/>
                      <a:pt x="20981" y="599"/>
                      <a:pt x="20981" y="357"/>
                    </a:cubicBezTo>
                    <a:cubicBezTo>
                      <a:pt x="20981" y="185"/>
                      <a:pt x="20810" y="0"/>
                      <a:pt x="20567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6" name="Google Shape;1016;p51"/>
              <p:cNvSpPr/>
              <p:nvPr/>
            </p:nvSpPr>
            <p:spPr>
              <a:xfrm rot="-5400000">
                <a:off x="-388076" y="4029078"/>
                <a:ext cx="843156" cy="31057"/>
              </a:xfrm>
              <a:custGeom>
                <a:avLst/>
                <a:gdLst/>
                <a:ahLst/>
                <a:cxnLst/>
                <a:rect l="l" t="t" r="r" b="b"/>
                <a:pathLst>
                  <a:path w="19384" h="714" extrusionOk="0">
                    <a:moveTo>
                      <a:pt x="19027" y="1"/>
                    </a:moveTo>
                    <a:cubicBezTo>
                      <a:pt x="18841" y="1"/>
                      <a:pt x="18727" y="72"/>
                      <a:pt x="18670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18670" y="486"/>
                    </a:lnTo>
                    <a:cubicBezTo>
                      <a:pt x="18727" y="657"/>
                      <a:pt x="18841" y="714"/>
                      <a:pt x="19027" y="714"/>
                    </a:cubicBezTo>
                    <a:cubicBezTo>
                      <a:pt x="19198" y="714"/>
                      <a:pt x="19383" y="600"/>
                      <a:pt x="19383" y="357"/>
                    </a:cubicBezTo>
                    <a:cubicBezTo>
                      <a:pt x="19383" y="129"/>
                      <a:pt x="19198" y="1"/>
                      <a:pt x="1902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17" name="Google Shape;1017;p51"/>
              <p:cNvSpPr/>
              <p:nvPr/>
            </p:nvSpPr>
            <p:spPr>
              <a:xfrm rot="-5400000">
                <a:off x="-758457" y="3604107"/>
                <a:ext cx="1631069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37498" h="2140" extrusionOk="0">
                    <a:moveTo>
                      <a:pt x="37140" y="1"/>
                    </a:moveTo>
                    <a:cubicBezTo>
                      <a:pt x="36969" y="1"/>
                      <a:pt x="36855" y="115"/>
                      <a:pt x="36784" y="243"/>
                    </a:cubicBezTo>
                    <a:lnTo>
                      <a:pt x="21523" y="243"/>
                    </a:lnTo>
                    <a:lnTo>
                      <a:pt x="19911" y="1897"/>
                    </a:lnTo>
                    <a:lnTo>
                      <a:pt x="0" y="1897"/>
                    </a:lnTo>
                    <a:lnTo>
                      <a:pt x="0" y="2140"/>
                    </a:lnTo>
                    <a:lnTo>
                      <a:pt x="20025" y="2140"/>
                    </a:lnTo>
                    <a:lnTo>
                      <a:pt x="21637" y="471"/>
                    </a:lnTo>
                    <a:lnTo>
                      <a:pt x="36784" y="471"/>
                    </a:lnTo>
                    <a:cubicBezTo>
                      <a:pt x="36855" y="657"/>
                      <a:pt x="36969" y="771"/>
                      <a:pt x="37140" y="771"/>
                    </a:cubicBezTo>
                    <a:cubicBezTo>
                      <a:pt x="37326" y="771"/>
                      <a:pt x="37497" y="600"/>
                      <a:pt x="37497" y="357"/>
                    </a:cubicBezTo>
                    <a:cubicBezTo>
                      <a:pt x="37497" y="172"/>
                      <a:pt x="37326" y="1"/>
                      <a:pt x="37140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18" name="Google Shape;1018;p51"/>
            <p:cNvGrpSpPr/>
            <p:nvPr/>
          </p:nvGrpSpPr>
          <p:grpSpPr>
            <a:xfrm rot="10800000">
              <a:off x="582712" y="7"/>
              <a:ext cx="432406" cy="1877736"/>
              <a:chOff x="4792514" y="2979701"/>
              <a:chExt cx="305307" cy="1325804"/>
            </a:xfrm>
          </p:grpSpPr>
          <p:sp>
            <p:nvSpPr>
              <p:cNvPr id="1019" name="Google Shape;1019;p51"/>
              <p:cNvSpPr/>
              <p:nvPr/>
            </p:nvSpPr>
            <p:spPr>
              <a:xfrm rot="-5400000">
                <a:off x="4409125" y="3616809"/>
                <a:ext cx="1266256" cy="111136"/>
              </a:xfrm>
              <a:custGeom>
                <a:avLst/>
                <a:gdLst/>
                <a:ahLst/>
                <a:cxnLst/>
                <a:rect l="l" t="t" r="r" b="b"/>
                <a:pathLst>
                  <a:path w="29111" h="2555" extrusionOk="0">
                    <a:moveTo>
                      <a:pt x="0" y="1"/>
                    </a:moveTo>
                    <a:lnTo>
                      <a:pt x="0" y="229"/>
                    </a:lnTo>
                    <a:lnTo>
                      <a:pt x="15803" y="229"/>
                    </a:lnTo>
                    <a:lnTo>
                      <a:pt x="18114" y="2554"/>
                    </a:lnTo>
                    <a:lnTo>
                      <a:pt x="23462" y="2554"/>
                    </a:lnTo>
                    <a:lnTo>
                      <a:pt x="24775" y="1185"/>
                    </a:lnTo>
                    <a:lnTo>
                      <a:pt x="28397" y="1185"/>
                    </a:lnTo>
                    <a:cubicBezTo>
                      <a:pt x="28397" y="1370"/>
                      <a:pt x="28583" y="1484"/>
                      <a:pt x="28754" y="1484"/>
                    </a:cubicBezTo>
                    <a:cubicBezTo>
                      <a:pt x="28939" y="1484"/>
                      <a:pt x="29111" y="1299"/>
                      <a:pt x="29111" y="1128"/>
                    </a:cubicBezTo>
                    <a:cubicBezTo>
                      <a:pt x="29111" y="885"/>
                      <a:pt x="28939" y="714"/>
                      <a:pt x="28754" y="714"/>
                    </a:cubicBezTo>
                    <a:cubicBezTo>
                      <a:pt x="28583" y="714"/>
                      <a:pt x="28454" y="828"/>
                      <a:pt x="28397" y="942"/>
                    </a:cubicBezTo>
                    <a:lnTo>
                      <a:pt x="24718" y="942"/>
                    </a:lnTo>
                    <a:lnTo>
                      <a:pt x="23405" y="2312"/>
                    </a:lnTo>
                    <a:lnTo>
                      <a:pt x="18242" y="2312"/>
                    </a:lnTo>
                    <a:lnTo>
                      <a:pt x="1591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0" name="Google Shape;1020;p51"/>
              <p:cNvSpPr/>
              <p:nvPr/>
            </p:nvSpPr>
            <p:spPr>
              <a:xfrm rot="-5400000">
                <a:off x="4335310" y="3589536"/>
                <a:ext cx="1325804" cy="106134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2440" extrusionOk="0">
                    <a:moveTo>
                      <a:pt x="0" y="0"/>
                    </a:moveTo>
                    <a:lnTo>
                      <a:pt x="0" y="243"/>
                    </a:lnTo>
                    <a:lnTo>
                      <a:pt x="16459" y="243"/>
                    </a:lnTo>
                    <a:lnTo>
                      <a:pt x="18656" y="2439"/>
                    </a:lnTo>
                    <a:lnTo>
                      <a:pt x="22878" y="2439"/>
                    </a:lnTo>
                    <a:lnTo>
                      <a:pt x="24361" y="899"/>
                    </a:lnTo>
                    <a:lnTo>
                      <a:pt x="29767" y="899"/>
                    </a:lnTo>
                    <a:cubicBezTo>
                      <a:pt x="29824" y="1013"/>
                      <a:pt x="29952" y="1127"/>
                      <a:pt x="30066" y="1127"/>
                    </a:cubicBezTo>
                    <a:cubicBezTo>
                      <a:pt x="30309" y="1127"/>
                      <a:pt x="30480" y="956"/>
                      <a:pt x="30480" y="771"/>
                    </a:cubicBezTo>
                    <a:cubicBezTo>
                      <a:pt x="30480" y="542"/>
                      <a:pt x="30309" y="357"/>
                      <a:pt x="30066" y="357"/>
                    </a:cubicBezTo>
                    <a:cubicBezTo>
                      <a:pt x="29881" y="357"/>
                      <a:pt x="29767" y="471"/>
                      <a:pt x="29710" y="656"/>
                    </a:cubicBezTo>
                    <a:lnTo>
                      <a:pt x="24247" y="656"/>
                    </a:lnTo>
                    <a:lnTo>
                      <a:pt x="22749" y="2197"/>
                    </a:lnTo>
                    <a:lnTo>
                      <a:pt x="18770" y="2197"/>
                    </a:lnTo>
                    <a:lnTo>
                      <a:pt x="1657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1" name="Google Shape;1021;p51"/>
              <p:cNvSpPr/>
              <p:nvPr/>
            </p:nvSpPr>
            <p:spPr>
              <a:xfrm rot="-5400000">
                <a:off x="4348012" y="3656827"/>
                <a:ext cx="1196790" cy="100566"/>
              </a:xfrm>
              <a:custGeom>
                <a:avLst/>
                <a:gdLst/>
                <a:ahLst/>
                <a:cxnLst/>
                <a:rect l="l" t="t" r="r" b="b"/>
                <a:pathLst>
                  <a:path w="27514" h="2312" extrusionOk="0">
                    <a:moveTo>
                      <a:pt x="27157" y="1"/>
                    </a:moveTo>
                    <a:cubicBezTo>
                      <a:pt x="26971" y="1"/>
                      <a:pt x="26857" y="115"/>
                      <a:pt x="26800" y="300"/>
                    </a:cubicBezTo>
                    <a:lnTo>
                      <a:pt x="23890" y="300"/>
                    </a:lnTo>
                    <a:lnTo>
                      <a:pt x="22165" y="2083"/>
                    </a:lnTo>
                    <a:lnTo>
                      <a:pt x="19612" y="2083"/>
                    </a:lnTo>
                    <a:lnTo>
                      <a:pt x="17643" y="115"/>
                    </a:lnTo>
                    <a:lnTo>
                      <a:pt x="0" y="115"/>
                    </a:lnTo>
                    <a:lnTo>
                      <a:pt x="0" y="357"/>
                    </a:lnTo>
                    <a:lnTo>
                      <a:pt x="17586" y="357"/>
                    </a:lnTo>
                    <a:lnTo>
                      <a:pt x="19483" y="2311"/>
                    </a:lnTo>
                    <a:lnTo>
                      <a:pt x="22222" y="2311"/>
                    </a:lnTo>
                    <a:lnTo>
                      <a:pt x="24004" y="528"/>
                    </a:lnTo>
                    <a:lnTo>
                      <a:pt x="26800" y="528"/>
                    </a:lnTo>
                    <a:cubicBezTo>
                      <a:pt x="26857" y="657"/>
                      <a:pt x="26971" y="771"/>
                      <a:pt x="27157" y="771"/>
                    </a:cubicBezTo>
                    <a:cubicBezTo>
                      <a:pt x="27385" y="771"/>
                      <a:pt x="27513" y="600"/>
                      <a:pt x="27513" y="414"/>
                    </a:cubicBezTo>
                    <a:cubicBezTo>
                      <a:pt x="27513" y="172"/>
                      <a:pt x="27385" y="1"/>
                      <a:pt x="2715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2" name="Google Shape;1022;p51"/>
              <p:cNvSpPr/>
              <p:nvPr/>
            </p:nvSpPr>
            <p:spPr>
              <a:xfrm rot="-5400000">
                <a:off x="4316977" y="3695300"/>
                <a:ext cx="1119234" cy="101175"/>
              </a:xfrm>
              <a:custGeom>
                <a:avLst/>
                <a:gdLst/>
                <a:ahLst/>
                <a:cxnLst/>
                <a:rect l="l" t="t" r="r" b="b"/>
                <a:pathLst>
                  <a:path w="25731" h="2326" extrusionOk="0">
                    <a:moveTo>
                      <a:pt x="25374" y="1"/>
                    </a:moveTo>
                    <a:cubicBezTo>
                      <a:pt x="25188" y="1"/>
                      <a:pt x="25074" y="129"/>
                      <a:pt x="25017" y="300"/>
                    </a:cubicBezTo>
                    <a:lnTo>
                      <a:pt x="23947" y="300"/>
                    </a:lnTo>
                    <a:lnTo>
                      <a:pt x="22165" y="2083"/>
                    </a:lnTo>
                    <a:lnTo>
                      <a:pt x="20382" y="2083"/>
                    </a:lnTo>
                    <a:lnTo>
                      <a:pt x="18955" y="657"/>
                    </a:lnTo>
                    <a:lnTo>
                      <a:pt x="0" y="657"/>
                    </a:lnTo>
                    <a:lnTo>
                      <a:pt x="0" y="899"/>
                    </a:lnTo>
                    <a:lnTo>
                      <a:pt x="18827" y="899"/>
                    </a:lnTo>
                    <a:lnTo>
                      <a:pt x="20253" y="2326"/>
                    </a:lnTo>
                    <a:lnTo>
                      <a:pt x="22222" y="2326"/>
                    </a:lnTo>
                    <a:lnTo>
                      <a:pt x="24062" y="543"/>
                    </a:lnTo>
                    <a:lnTo>
                      <a:pt x="25017" y="543"/>
                    </a:lnTo>
                    <a:cubicBezTo>
                      <a:pt x="25074" y="657"/>
                      <a:pt x="25188" y="785"/>
                      <a:pt x="25374" y="785"/>
                    </a:cubicBezTo>
                    <a:cubicBezTo>
                      <a:pt x="25545" y="785"/>
                      <a:pt x="25730" y="600"/>
                      <a:pt x="25730" y="429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3" name="Google Shape;1023;p51"/>
              <p:cNvSpPr/>
              <p:nvPr/>
            </p:nvSpPr>
            <p:spPr>
              <a:xfrm rot="-5400000">
                <a:off x="4328765" y="3810699"/>
                <a:ext cx="958554" cy="31057"/>
              </a:xfrm>
              <a:custGeom>
                <a:avLst/>
                <a:gdLst/>
                <a:ahLst/>
                <a:cxnLst/>
                <a:rect l="l" t="t" r="r" b="b"/>
                <a:pathLst>
                  <a:path w="22037" h="714" extrusionOk="0">
                    <a:moveTo>
                      <a:pt x="21623" y="1"/>
                    </a:moveTo>
                    <a:cubicBezTo>
                      <a:pt x="21508" y="1"/>
                      <a:pt x="21323" y="58"/>
                      <a:pt x="21266" y="243"/>
                    </a:cubicBezTo>
                    <a:lnTo>
                      <a:pt x="0" y="243"/>
                    </a:lnTo>
                    <a:lnTo>
                      <a:pt x="0" y="486"/>
                    </a:lnTo>
                    <a:lnTo>
                      <a:pt x="21266" y="486"/>
                    </a:lnTo>
                    <a:cubicBezTo>
                      <a:pt x="21323" y="657"/>
                      <a:pt x="21508" y="714"/>
                      <a:pt x="21623" y="714"/>
                    </a:cubicBezTo>
                    <a:cubicBezTo>
                      <a:pt x="21865" y="714"/>
                      <a:pt x="22036" y="600"/>
                      <a:pt x="22036" y="357"/>
                    </a:cubicBezTo>
                    <a:cubicBezTo>
                      <a:pt x="22036" y="129"/>
                      <a:pt x="21865" y="1"/>
                      <a:pt x="2162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024" name="Google Shape;1024;p51"/>
          <p:cNvGrpSpPr/>
          <p:nvPr/>
        </p:nvGrpSpPr>
        <p:grpSpPr>
          <a:xfrm rot="-5400000">
            <a:off x="7591763" y="-353680"/>
            <a:ext cx="659052" cy="2445426"/>
            <a:chOff x="4128096" y="2589445"/>
            <a:chExt cx="465334" cy="1726630"/>
          </a:xfrm>
        </p:grpSpPr>
        <p:sp>
          <p:nvSpPr>
            <p:cNvPr id="1025" name="Google Shape;1025;p51"/>
            <p:cNvSpPr/>
            <p:nvPr/>
          </p:nvSpPr>
          <p:spPr>
            <a:xfrm rot="-5400000">
              <a:off x="4350516" y="3592343"/>
              <a:ext cx="447328" cy="38495"/>
            </a:xfrm>
            <a:custGeom>
              <a:avLst/>
              <a:gdLst/>
              <a:ahLst/>
              <a:cxnLst/>
              <a:rect l="l" t="t" r="r" b="b"/>
              <a:pathLst>
                <a:path w="10284" h="885" extrusionOk="0">
                  <a:moveTo>
                    <a:pt x="9927" y="0"/>
                  </a:moveTo>
                  <a:cubicBezTo>
                    <a:pt x="9742" y="0"/>
                    <a:pt x="9628" y="114"/>
                    <a:pt x="9571" y="242"/>
                  </a:cubicBezTo>
                  <a:lnTo>
                    <a:pt x="0" y="242"/>
                  </a:lnTo>
                  <a:lnTo>
                    <a:pt x="0" y="884"/>
                  </a:lnTo>
                  <a:lnTo>
                    <a:pt x="243" y="884"/>
                  </a:lnTo>
                  <a:lnTo>
                    <a:pt x="243" y="471"/>
                  </a:lnTo>
                  <a:lnTo>
                    <a:pt x="9571" y="471"/>
                  </a:lnTo>
                  <a:cubicBezTo>
                    <a:pt x="9628" y="656"/>
                    <a:pt x="9742" y="770"/>
                    <a:pt x="9927" y="770"/>
                  </a:cubicBezTo>
                  <a:cubicBezTo>
                    <a:pt x="10155" y="770"/>
                    <a:pt x="10284" y="599"/>
                    <a:pt x="10284" y="357"/>
                  </a:cubicBezTo>
                  <a:cubicBezTo>
                    <a:pt x="10284" y="171"/>
                    <a:pt x="10155" y="0"/>
                    <a:pt x="9927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6" name="Google Shape;1026;p51"/>
            <p:cNvSpPr/>
            <p:nvPr/>
          </p:nvSpPr>
          <p:spPr>
            <a:xfrm rot="-5400000">
              <a:off x="4258650" y="2857151"/>
              <a:ext cx="602484" cy="67073"/>
            </a:xfrm>
            <a:custGeom>
              <a:avLst/>
              <a:gdLst/>
              <a:ahLst/>
              <a:cxnLst/>
              <a:rect l="l" t="t" r="r" b="b"/>
              <a:pathLst>
                <a:path w="13851" h="1542" extrusionOk="0">
                  <a:moveTo>
                    <a:pt x="13494" y="1"/>
                  </a:moveTo>
                  <a:cubicBezTo>
                    <a:pt x="13322" y="1"/>
                    <a:pt x="13137" y="58"/>
                    <a:pt x="13137" y="243"/>
                  </a:cubicBezTo>
                  <a:lnTo>
                    <a:pt x="1" y="243"/>
                  </a:lnTo>
                  <a:lnTo>
                    <a:pt x="1" y="1541"/>
                  </a:lnTo>
                  <a:lnTo>
                    <a:pt x="243" y="1541"/>
                  </a:lnTo>
                  <a:lnTo>
                    <a:pt x="243" y="472"/>
                  </a:lnTo>
                  <a:lnTo>
                    <a:pt x="13137" y="472"/>
                  </a:lnTo>
                  <a:cubicBezTo>
                    <a:pt x="13137" y="600"/>
                    <a:pt x="13322" y="714"/>
                    <a:pt x="13494" y="714"/>
                  </a:cubicBezTo>
                  <a:cubicBezTo>
                    <a:pt x="13679" y="714"/>
                    <a:pt x="13850" y="543"/>
                    <a:pt x="13850" y="357"/>
                  </a:cubicBezTo>
                  <a:cubicBezTo>
                    <a:pt x="13850" y="115"/>
                    <a:pt x="13679" y="1"/>
                    <a:pt x="13494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7" name="Google Shape;1027;p51"/>
            <p:cNvSpPr/>
            <p:nvPr/>
          </p:nvSpPr>
          <p:spPr>
            <a:xfrm rot="-5400000">
              <a:off x="4342753" y="2990231"/>
              <a:ext cx="395827" cy="105525"/>
            </a:xfrm>
            <a:custGeom>
              <a:avLst/>
              <a:gdLst/>
              <a:ahLst/>
              <a:cxnLst/>
              <a:rect l="l" t="t" r="r" b="b"/>
              <a:pathLst>
                <a:path w="9100" h="2426" extrusionOk="0">
                  <a:moveTo>
                    <a:pt x="8686" y="1"/>
                  </a:moveTo>
                  <a:cubicBezTo>
                    <a:pt x="8558" y="1"/>
                    <a:pt x="8387" y="115"/>
                    <a:pt x="8330" y="229"/>
                  </a:cubicBezTo>
                  <a:lnTo>
                    <a:pt x="0" y="229"/>
                  </a:lnTo>
                  <a:lnTo>
                    <a:pt x="0" y="2425"/>
                  </a:lnTo>
                  <a:lnTo>
                    <a:pt x="243" y="2425"/>
                  </a:lnTo>
                  <a:lnTo>
                    <a:pt x="243" y="471"/>
                  </a:lnTo>
                  <a:lnTo>
                    <a:pt x="8330" y="471"/>
                  </a:lnTo>
                  <a:cubicBezTo>
                    <a:pt x="8387" y="642"/>
                    <a:pt x="8558" y="771"/>
                    <a:pt x="8686" y="771"/>
                  </a:cubicBezTo>
                  <a:cubicBezTo>
                    <a:pt x="8914" y="771"/>
                    <a:pt x="9100" y="585"/>
                    <a:pt x="9100" y="357"/>
                  </a:cubicBezTo>
                  <a:cubicBezTo>
                    <a:pt x="9100" y="172"/>
                    <a:pt x="8914" y="1"/>
                    <a:pt x="8686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8" name="Google Shape;1028;p51"/>
            <p:cNvSpPr/>
            <p:nvPr/>
          </p:nvSpPr>
          <p:spPr>
            <a:xfrm rot="-5400000">
              <a:off x="4236967" y="2935946"/>
              <a:ext cx="565859" cy="147065"/>
            </a:xfrm>
            <a:custGeom>
              <a:avLst/>
              <a:gdLst/>
              <a:ahLst/>
              <a:cxnLst/>
              <a:rect l="l" t="t" r="r" b="b"/>
              <a:pathLst>
                <a:path w="13009" h="3381" extrusionOk="0">
                  <a:moveTo>
                    <a:pt x="12594" y="0"/>
                  </a:moveTo>
                  <a:cubicBezTo>
                    <a:pt x="12480" y="0"/>
                    <a:pt x="12295" y="114"/>
                    <a:pt x="12238" y="242"/>
                  </a:cubicBezTo>
                  <a:lnTo>
                    <a:pt x="0" y="242"/>
                  </a:lnTo>
                  <a:lnTo>
                    <a:pt x="0" y="3380"/>
                  </a:lnTo>
                  <a:lnTo>
                    <a:pt x="243" y="3380"/>
                  </a:lnTo>
                  <a:lnTo>
                    <a:pt x="243" y="471"/>
                  </a:lnTo>
                  <a:lnTo>
                    <a:pt x="12238" y="471"/>
                  </a:lnTo>
                  <a:cubicBezTo>
                    <a:pt x="12295" y="656"/>
                    <a:pt x="12480" y="770"/>
                    <a:pt x="12594" y="770"/>
                  </a:cubicBezTo>
                  <a:cubicBezTo>
                    <a:pt x="12837" y="770"/>
                    <a:pt x="13008" y="599"/>
                    <a:pt x="13008" y="357"/>
                  </a:cubicBezTo>
                  <a:cubicBezTo>
                    <a:pt x="13008" y="171"/>
                    <a:pt x="12837" y="0"/>
                    <a:pt x="12594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51"/>
            <p:cNvSpPr/>
            <p:nvPr/>
          </p:nvSpPr>
          <p:spPr>
            <a:xfrm rot="-5400000">
              <a:off x="4284728" y="3027769"/>
              <a:ext cx="421317" cy="196087"/>
            </a:xfrm>
            <a:custGeom>
              <a:avLst/>
              <a:gdLst/>
              <a:ahLst/>
              <a:cxnLst/>
              <a:rect l="l" t="t" r="r" b="b"/>
              <a:pathLst>
                <a:path w="9686" h="4508" extrusionOk="0">
                  <a:moveTo>
                    <a:pt x="9329" y="0"/>
                  </a:moveTo>
                  <a:cubicBezTo>
                    <a:pt x="9157" y="0"/>
                    <a:pt x="8972" y="114"/>
                    <a:pt x="8972" y="300"/>
                  </a:cubicBezTo>
                  <a:lnTo>
                    <a:pt x="1" y="300"/>
                  </a:lnTo>
                  <a:lnTo>
                    <a:pt x="1" y="4507"/>
                  </a:lnTo>
                  <a:lnTo>
                    <a:pt x="243" y="4507"/>
                  </a:lnTo>
                  <a:lnTo>
                    <a:pt x="243" y="528"/>
                  </a:lnTo>
                  <a:lnTo>
                    <a:pt x="8972" y="528"/>
                  </a:lnTo>
                  <a:cubicBezTo>
                    <a:pt x="8972" y="656"/>
                    <a:pt x="9157" y="770"/>
                    <a:pt x="9329" y="770"/>
                  </a:cubicBezTo>
                  <a:cubicBezTo>
                    <a:pt x="9514" y="770"/>
                    <a:pt x="9685" y="585"/>
                    <a:pt x="9685" y="414"/>
                  </a:cubicBezTo>
                  <a:cubicBezTo>
                    <a:pt x="9685" y="171"/>
                    <a:pt x="9514" y="0"/>
                    <a:pt x="9329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51"/>
            <p:cNvSpPr/>
            <p:nvPr/>
          </p:nvSpPr>
          <p:spPr>
            <a:xfrm rot="-5400000">
              <a:off x="3936988" y="3222875"/>
              <a:ext cx="1067777" cy="245108"/>
            </a:xfrm>
            <a:custGeom>
              <a:avLst/>
              <a:gdLst/>
              <a:ahLst/>
              <a:cxnLst/>
              <a:rect l="l" t="t" r="r" b="b"/>
              <a:pathLst>
                <a:path w="24548" h="5635" extrusionOk="0">
                  <a:moveTo>
                    <a:pt x="24190" y="0"/>
                  </a:moveTo>
                  <a:cubicBezTo>
                    <a:pt x="24005" y="0"/>
                    <a:pt x="23834" y="115"/>
                    <a:pt x="23834" y="229"/>
                  </a:cubicBezTo>
                  <a:lnTo>
                    <a:pt x="11525" y="229"/>
                  </a:lnTo>
                  <a:lnTo>
                    <a:pt x="11525" y="4151"/>
                  </a:lnTo>
                  <a:lnTo>
                    <a:pt x="1" y="4151"/>
                  </a:lnTo>
                  <a:lnTo>
                    <a:pt x="1" y="5634"/>
                  </a:lnTo>
                  <a:lnTo>
                    <a:pt x="243" y="5634"/>
                  </a:lnTo>
                  <a:lnTo>
                    <a:pt x="243" y="4393"/>
                  </a:lnTo>
                  <a:lnTo>
                    <a:pt x="11768" y="4393"/>
                  </a:lnTo>
                  <a:lnTo>
                    <a:pt x="11768" y="471"/>
                  </a:lnTo>
                  <a:lnTo>
                    <a:pt x="23834" y="471"/>
                  </a:lnTo>
                  <a:cubicBezTo>
                    <a:pt x="23834" y="642"/>
                    <a:pt x="24005" y="771"/>
                    <a:pt x="24190" y="771"/>
                  </a:cubicBezTo>
                  <a:cubicBezTo>
                    <a:pt x="24362" y="771"/>
                    <a:pt x="24547" y="585"/>
                    <a:pt x="24547" y="357"/>
                  </a:cubicBezTo>
                  <a:cubicBezTo>
                    <a:pt x="24547" y="172"/>
                    <a:pt x="24362" y="0"/>
                    <a:pt x="2419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51"/>
            <p:cNvSpPr/>
            <p:nvPr/>
          </p:nvSpPr>
          <p:spPr>
            <a:xfrm rot="-5400000">
              <a:off x="3583049" y="3406216"/>
              <a:ext cx="1613105" cy="206613"/>
            </a:xfrm>
            <a:custGeom>
              <a:avLst/>
              <a:gdLst/>
              <a:ahLst/>
              <a:cxnLst/>
              <a:rect l="l" t="t" r="r" b="b"/>
              <a:pathLst>
                <a:path w="37085" h="4750" extrusionOk="0">
                  <a:moveTo>
                    <a:pt x="36670" y="0"/>
                  </a:moveTo>
                  <a:cubicBezTo>
                    <a:pt x="36542" y="0"/>
                    <a:pt x="36371" y="114"/>
                    <a:pt x="36314" y="228"/>
                  </a:cubicBezTo>
                  <a:lnTo>
                    <a:pt x="20325" y="228"/>
                  </a:lnTo>
                  <a:lnTo>
                    <a:pt x="20325" y="4507"/>
                  </a:lnTo>
                  <a:lnTo>
                    <a:pt x="1" y="4507"/>
                  </a:lnTo>
                  <a:lnTo>
                    <a:pt x="1" y="4750"/>
                  </a:lnTo>
                  <a:lnTo>
                    <a:pt x="20568" y="4750"/>
                  </a:lnTo>
                  <a:lnTo>
                    <a:pt x="20568" y="471"/>
                  </a:lnTo>
                  <a:lnTo>
                    <a:pt x="36314" y="471"/>
                  </a:lnTo>
                  <a:cubicBezTo>
                    <a:pt x="36371" y="642"/>
                    <a:pt x="36542" y="713"/>
                    <a:pt x="36670" y="713"/>
                  </a:cubicBezTo>
                  <a:cubicBezTo>
                    <a:pt x="36899" y="713"/>
                    <a:pt x="37084" y="585"/>
                    <a:pt x="37084" y="357"/>
                  </a:cubicBezTo>
                  <a:cubicBezTo>
                    <a:pt x="37084" y="171"/>
                    <a:pt x="36899" y="0"/>
                    <a:pt x="3667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51"/>
            <p:cNvSpPr/>
            <p:nvPr/>
          </p:nvSpPr>
          <p:spPr>
            <a:xfrm rot="-5400000">
              <a:off x="3683572" y="3550758"/>
              <a:ext cx="1318409" cy="212224"/>
            </a:xfrm>
            <a:custGeom>
              <a:avLst/>
              <a:gdLst/>
              <a:ahLst/>
              <a:cxnLst/>
              <a:rect l="l" t="t" r="r" b="b"/>
              <a:pathLst>
                <a:path w="30310" h="4879" extrusionOk="0">
                  <a:moveTo>
                    <a:pt x="29896" y="0"/>
                  </a:moveTo>
                  <a:cubicBezTo>
                    <a:pt x="29767" y="0"/>
                    <a:pt x="29596" y="71"/>
                    <a:pt x="29539" y="243"/>
                  </a:cubicBezTo>
                  <a:lnTo>
                    <a:pt x="18956" y="243"/>
                  </a:lnTo>
                  <a:lnTo>
                    <a:pt x="18956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9198" y="4878"/>
                  </a:lnTo>
                  <a:lnTo>
                    <a:pt x="19198" y="485"/>
                  </a:lnTo>
                  <a:lnTo>
                    <a:pt x="29539" y="485"/>
                  </a:lnTo>
                  <a:cubicBezTo>
                    <a:pt x="29596" y="599"/>
                    <a:pt x="29767" y="713"/>
                    <a:pt x="29896" y="713"/>
                  </a:cubicBezTo>
                  <a:cubicBezTo>
                    <a:pt x="30124" y="713"/>
                    <a:pt x="30309" y="542"/>
                    <a:pt x="30309" y="357"/>
                  </a:cubicBezTo>
                  <a:cubicBezTo>
                    <a:pt x="30309" y="129"/>
                    <a:pt x="30124" y="0"/>
                    <a:pt x="2989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3" name="Google Shape;1033;p51"/>
            <p:cNvSpPr/>
            <p:nvPr/>
          </p:nvSpPr>
          <p:spPr>
            <a:xfrm rot="-5400000">
              <a:off x="3890469" y="3910287"/>
              <a:ext cx="679996" cy="131580"/>
            </a:xfrm>
            <a:custGeom>
              <a:avLst/>
              <a:gdLst/>
              <a:ahLst/>
              <a:cxnLst/>
              <a:rect l="l" t="t" r="r" b="b"/>
              <a:pathLst>
                <a:path w="15633" h="3025" extrusionOk="0">
                  <a:moveTo>
                    <a:pt x="15219" y="1"/>
                  </a:moveTo>
                  <a:cubicBezTo>
                    <a:pt x="15034" y="1"/>
                    <a:pt x="14863" y="115"/>
                    <a:pt x="14863" y="357"/>
                  </a:cubicBezTo>
                  <a:cubicBezTo>
                    <a:pt x="14863" y="528"/>
                    <a:pt x="14977" y="714"/>
                    <a:pt x="15219" y="714"/>
                  </a:cubicBezTo>
                  <a:lnTo>
                    <a:pt x="15219" y="2796"/>
                  </a:lnTo>
                  <a:lnTo>
                    <a:pt x="1" y="2796"/>
                  </a:lnTo>
                  <a:lnTo>
                    <a:pt x="1" y="3024"/>
                  </a:lnTo>
                  <a:lnTo>
                    <a:pt x="15447" y="3024"/>
                  </a:lnTo>
                  <a:lnTo>
                    <a:pt x="15447" y="657"/>
                  </a:lnTo>
                  <a:cubicBezTo>
                    <a:pt x="15504" y="585"/>
                    <a:pt x="15633" y="471"/>
                    <a:pt x="15633" y="357"/>
                  </a:cubicBezTo>
                  <a:cubicBezTo>
                    <a:pt x="15633" y="115"/>
                    <a:pt x="15447" y="1"/>
                    <a:pt x="15219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4" name="Google Shape;1034;p51"/>
            <p:cNvSpPr/>
            <p:nvPr/>
          </p:nvSpPr>
          <p:spPr>
            <a:xfrm rot="-5400000">
              <a:off x="3593294" y="3509501"/>
              <a:ext cx="1400924" cy="212224"/>
            </a:xfrm>
            <a:custGeom>
              <a:avLst/>
              <a:gdLst/>
              <a:ahLst/>
              <a:cxnLst/>
              <a:rect l="l" t="t" r="r" b="b"/>
              <a:pathLst>
                <a:path w="32207" h="4879" extrusionOk="0">
                  <a:moveTo>
                    <a:pt x="31850" y="0"/>
                  </a:moveTo>
                  <a:cubicBezTo>
                    <a:pt x="31678" y="0"/>
                    <a:pt x="31493" y="57"/>
                    <a:pt x="31493" y="243"/>
                  </a:cubicBezTo>
                  <a:lnTo>
                    <a:pt x="17715" y="243"/>
                  </a:lnTo>
                  <a:lnTo>
                    <a:pt x="17715" y="4636"/>
                  </a:lnTo>
                  <a:lnTo>
                    <a:pt x="1" y="4636"/>
                  </a:lnTo>
                  <a:lnTo>
                    <a:pt x="1" y="4878"/>
                  </a:lnTo>
                  <a:lnTo>
                    <a:pt x="17943" y="4878"/>
                  </a:lnTo>
                  <a:lnTo>
                    <a:pt x="17943" y="485"/>
                  </a:lnTo>
                  <a:lnTo>
                    <a:pt x="31493" y="485"/>
                  </a:lnTo>
                  <a:cubicBezTo>
                    <a:pt x="31493" y="599"/>
                    <a:pt x="31678" y="714"/>
                    <a:pt x="31850" y="714"/>
                  </a:cubicBezTo>
                  <a:cubicBezTo>
                    <a:pt x="32035" y="714"/>
                    <a:pt x="32206" y="542"/>
                    <a:pt x="32206" y="357"/>
                  </a:cubicBezTo>
                  <a:cubicBezTo>
                    <a:pt x="32206" y="129"/>
                    <a:pt x="32035" y="0"/>
                    <a:pt x="3185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5" name="Google Shape;1035;p51"/>
            <p:cNvSpPr/>
            <p:nvPr/>
          </p:nvSpPr>
          <p:spPr>
            <a:xfrm rot="-5400000">
              <a:off x="3468913" y="3442188"/>
              <a:ext cx="1533069" cy="214704"/>
            </a:xfrm>
            <a:custGeom>
              <a:avLst/>
              <a:gdLst/>
              <a:ahLst/>
              <a:cxnLst/>
              <a:rect l="l" t="t" r="r" b="b"/>
              <a:pathLst>
                <a:path w="35245" h="4936" extrusionOk="0">
                  <a:moveTo>
                    <a:pt x="34831" y="0"/>
                  </a:moveTo>
                  <a:cubicBezTo>
                    <a:pt x="34702" y="0"/>
                    <a:pt x="34531" y="71"/>
                    <a:pt x="34474" y="243"/>
                  </a:cubicBezTo>
                  <a:lnTo>
                    <a:pt x="16403" y="243"/>
                  </a:lnTo>
                  <a:lnTo>
                    <a:pt x="16403" y="4707"/>
                  </a:lnTo>
                  <a:lnTo>
                    <a:pt x="1" y="4707"/>
                  </a:lnTo>
                  <a:lnTo>
                    <a:pt x="1" y="4935"/>
                  </a:lnTo>
                  <a:lnTo>
                    <a:pt x="16645" y="4935"/>
                  </a:lnTo>
                  <a:lnTo>
                    <a:pt x="16645" y="485"/>
                  </a:lnTo>
                  <a:lnTo>
                    <a:pt x="34474" y="485"/>
                  </a:lnTo>
                  <a:cubicBezTo>
                    <a:pt x="34531" y="599"/>
                    <a:pt x="34702" y="713"/>
                    <a:pt x="34831" y="713"/>
                  </a:cubicBezTo>
                  <a:cubicBezTo>
                    <a:pt x="35059" y="713"/>
                    <a:pt x="35244" y="542"/>
                    <a:pt x="35244" y="357"/>
                  </a:cubicBezTo>
                  <a:cubicBezTo>
                    <a:pt x="35244" y="129"/>
                    <a:pt x="35059" y="0"/>
                    <a:pt x="34831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6" name="Google Shape;1036;p51"/>
          <p:cNvGrpSpPr/>
          <p:nvPr/>
        </p:nvGrpSpPr>
        <p:grpSpPr>
          <a:xfrm>
            <a:off x="-6" y="3333878"/>
            <a:ext cx="2174918" cy="1340856"/>
            <a:chOff x="-6" y="3333878"/>
            <a:chExt cx="2174918" cy="1340856"/>
          </a:xfrm>
        </p:grpSpPr>
        <p:grpSp>
          <p:nvGrpSpPr>
            <p:cNvPr id="1037" name="Google Shape;1037;p51"/>
            <p:cNvGrpSpPr/>
            <p:nvPr/>
          </p:nvGrpSpPr>
          <p:grpSpPr>
            <a:xfrm rot="5400000">
              <a:off x="694173" y="3358411"/>
              <a:ext cx="622150" cy="2010496"/>
              <a:chOff x="2474121" y="2891575"/>
              <a:chExt cx="439279" cy="1419541"/>
            </a:xfrm>
          </p:grpSpPr>
          <p:sp>
            <p:nvSpPr>
              <p:cNvPr id="1038" name="Google Shape;1038;p51"/>
              <p:cNvSpPr/>
              <p:nvPr/>
            </p:nvSpPr>
            <p:spPr>
              <a:xfrm rot="-5400000">
                <a:off x="1917918" y="3535251"/>
                <a:ext cx="1419541" cy="132189"/>
              </a:xfrm>
              <a:custGeom>
                <a:avLst/>
                <a:gdLst/>
                <a:ahLst/>
                <a:cxnLst/>
                <a:rect l="l" t="t" r="r" b="b"/>
                <a:pathLst>
                  <a:path w="32635" h="3039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5818" y="243"/>
                    </a:lnTo>
                    <a:lnTo>
                      <a:pt x="15818" y="2796"/>
                    </a:lnTo>
                    <a:lnTo>
                      <a:pt x="31864" y="2796"/>
                    </a:lnTo>
                    <a:cubicBezTo>
                      <a:pt x="31921" y="2981"/>
                      <a:pt x="32092" y="3038"/>
                      <a:pt x="32221" y="3038"/>
                    </a:cubicBezTo>
                    <a:cubicBezTo>
                      <a:pt x="32449" y="3038"/>
                      <a:pt x="32634" y="2924"/>
                      <a:pt x="32634" y="2682"/>
                    </a:cubicBezTo>
                    <a:cubicBezTo>
                      <a:pt x="32634" y="2496"/>
                      <a:pt x="32449" y="2325"/>
                      <a:pt x="32221" y="2325"/>
                    </a:cubicBezTo>
                    <a:cubicBezTo>
                      <a:pt x="32092" y="2325"/>
                      <a:pt x="31921" y="2439"/>
                      <a:pt x="31864" y="2568"/>
                    </a:cubicBezTo>
                    <a:lnTo>
                      <a:pt x="16046" y="2568"/>
                    </a:lnTo>
                    <a:lnTo>
                      <a:pt x="1604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39" name="Google Shape;1039;p51"/>
              <p:cNvSpPr/>
              <p:nvPr/>
            </p:nvSpPr>
            <p:spPr>
              <a:xfrm rot="-5400000">
                <a:off x="2568095" y="3965811"/>
                <a:ext cx="504441" cy="186169"/>
              </a:xfrm>
              <a:custGeom>
                <a:avLst/>
                <a:gdLst/>
                <a:ahLst/>
                <a:cxnLst/>
                <a:rect l="l" t="t" r="r" b="b"/>
                <a:pathLst>
                  <a:path w="11597" h="4280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11112" y="243"/>
                    </a:lnTo>
                    <a:lnTo>
                      <a:pt x="11112" y="3566"/>
                    </a:lnTo>
                    <a:cubicBezTo>
                      <a:pt x="10940" y="3623"/>
                      <a:pt x="10883" y="3752"/>
                      <a:pt x="10883" y="3923"/>
                    </a:cubicBezTo>
                    <a:cubicBezTo>
                      <a:pt x="10883" y="4108"/>
                      <a:pt x="10997" y="4279"/>
                      <a:pt x="11240" y="4279"/>
                    </a:cubicBezTo>
                    <a:cubicBezTo>
                      <a:pt x="11468" y="4279"/>
                      <a:pt x="11596" y="4108"/>
                      <a:pt x="11596" y="3923"/>
                    </a:cubicBezTo>
                    <a:cubicBezTo>
                      <a:pt x="11596" y="3752"/>
                      <a:pt x="11539" y="3623"/>
                      <a:pt x="11354" y="3566"/>
                    </a:cubicBezTo>
                    <a:lnTo>
                      <a:pt x="1135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0" name="Google Shape;1040;p51"/>
              <p:cNvSpPr/>
              <p:nvPr/>
            </p:nvSpPr>
            <p:spPr>
              <a:xfrm rot="-5400000">
                <a:off x="2612136" y="4009852"/>
                <a:ext cx="452331" cy="150197"/>
              </a:xfrm>
              <a:custGeom>
                <a:avLst/>
                <a:gdLst/>
                <a:ahLst/>
                <a:cxnLst/>
                <a:rect l="l" t="t" r="r" b="b"/>
                <a:pathLst>
                  <a:path w="10399" h="3453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2739"/>
                    </a:lnTo>
                    <a:cubicBezTo>
                      <a:pt x="9757" y="2796"/>
                      <a:pt x="9628" y="2925"/>
                      <a:pt x="9628" y="3096"/>
                    </a:cubicBezTo>
                    <a:cubicBezTo>
                      <a:pt x="9628" y="3281"/>
                      <a:pt x="9814" y="3452"/>
                      <a:pt x="10042" y="3452"/>
                    </a:cubicBezTo>
                    <a:cubicBezTo>
                      <a:pt x="10227" y="3452"/>
                      <a:pt x="10398" y="3281"/>
                      <a:pt x="10398" y="3096"/>
                    </a:cubicBezTo>
                    <a:cubicBezTo>
                      <a:pt x="10398" y="2925"/>
                      <a:pt x="10284" y="2796"/>
                      <a:pt x="10170" y="2739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1" name="Google Shape;1041;p51"/>
              <p:cNvSpPr/>
              <p:nvPr/>
            </p:nvSpPr>
            <p:spPr>
              <a:xfrm rot="-5400000">
                <a:off x="2177879" y="3666157"/>
                <a:ext cx="1160818" cy="129101"/>
              </a:xfrm>
              <a:custGeom>
                <a:avLst/>
                <a:gdLst/>
                <a:ahLst/>
                <a:cxnLst/>
                <a:rect l="l" t="t" r="r" b="b"/>
                <a:pathLst>
                  <a:path w="26687" h="2968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2310" y="243"/>
                    </a:lnTo>
                    <a:lnTo>
                      <a:pt x="12310" y="2739"/>
                    </a:lnTo>
                    <a:lnTo>
                      <a:pt x="25973" y="2739"/>
                    </a:lnTo>
                    <a:cubicBezTo>
                      <a:pt x="26030" y="2910"/>
                      <a:pt x="26159" y="2967"/>
                      <a:pt x="26330" y="2967"/>
                    </a:cubicBezTo>
                    <a:cubicBezTo>
                      <a:pt x="26572" y="2967"/>
                      <a:pt x="26687" y="2853"/>
                      <a:pt x="26687" y="2611"/>
                    </a:cubicBezTo>
                    <a:cubicBezTo>
                      <a:pt x="26687" y="2439"/>
                      <a:pt x="26572" y="2254"/>
                      <a:pt x="26330" y="2254"/>
                    </a:cubicBezTo>
                    <a:cubicBezTo>
                      <a:pt x="26159" y="2254"/>
                      <a:pt x="26030" y="2382"/>
                      <a:pt x="25973" y="2496"/>
                    </a:cubicBezTo>
                    <a:lnTo>
                      <a:pt x="12538" y="2496"/>
                    </a:lnTo>
                    <a:lnTo>
                      <a:pt x="1253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2" name="Google Shape;1042;p51"/>
              <p:cNvSpPr/>
              <p:nvPr/>
            </p:nvSpPr>
            <p:spPr>
              <a:xfrm rot="-5400000">
                <a:off x="2081076" y="3607849"/>
                <a:ext cx="1271867" cy="134668"/>
              </a:xfrm>
              <a:custGeom>
                <a:avLst/>
                <a:gdLst/>
                <a:ahLst/>
                <a:cxnLst/>
                <a:rect l="l" t="t" r="r" b="b"/>
                <a:pathLst>
                  <a:path w="29240" h="3096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13436" y="243"/>
                    </a:lnTo>
                    <a:lnTo>
                      <a:pt x="13436" y="2853"/>
                    </a:lnTo>
                    <a:lnTo>
                      <a:pt x="28526" y="2853"/>
                    </a:lnTo>
                    <a:cubicBezTo>
                      <a:pt x="28526" y="2967"/>
                      <a:pt x="28712" y="3096"/>
                      <a:pt x="28883" y="3096"/>
                    </a:cubicBezTo>
                    <a:cubicBezTo>
                      <a:pt x="29068" y="3096"/>
                      <a:pt x="29240" y="2910"/>
                      <a:pt x="29240" y="2739"/>
                    </a:cubicBezTo>
                    <a:cubicBezTo>
                      <a:pt x="29240" y="2497"/>
                      <a:pt x="29068" y="2326"/>
                      <a:pt x="28883" y="2326"/>
                    </a:cubicBezTo>
                    <a:cubicBezTo>
                      <a:pt x="28712" y="2326"/>
                      <a:pt x="28526" y="2440"/>
                      <a:pt x="28526" y="2611"/>
                    </a:cubicBezTo>
                    <a:lnTo>
                      <a:pt x="13679" y="2611"/>
                    </a:lnTo>
                    <a:lnTo>
                      <a:pt x="1367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3" name="Google Shape;1043;p51"/>
              <p:cNvSpPr/>
              <p:nvPr/>
            </p:nvSpPr>
            <p:spPr>
              <a:xfrm rot="-5400000">
                <a:off x="2065591" y="3641342"/>
                <a:ext cx="1212319" cy="127230"/>
              </a:xfrm>
              <a:custGeom>
                <a:avLst/>
                <a:gdLst/>
                <a:ahLst/>
                <a:cxnLst/>
                <a:rect l="l" t="t" r="r" b="b"/>
                <a:pathLst>
                  <a:path w="27871" h="2925" extrusionOk="0">
                    <a:moveTo>
                      <a:pt x="1" y="0"/>
                    </a:moveTo>
                    <a:lnTo>
                      <a:pt x="1" y="243"/>
                    </a:lnTo>
                    <a:lnTo>
                      <a:pt x="14563" y="243"/>
                    </a:lnTo>
                    <a:lnTo>
                      <a:pt x="14563" y="2682"/>
                    </a:lnTo>
                    <a:lnTo>
                      <a:pt x="27157" y="2682"/>
                    </a:lnTo>
                    <a:cubicBezTo>
                      <a:pt x="27229" y="2853"/>
                      <a:pt x="27343" y="2924"/>
                      <a:pt x="27514" y="2924"/>
                    </a:cubicBezTo>
                    <a:cubicBezTo>
                      <a:pt x="27756" y="2924"/>
                      <a:pt x="27870" y="2796"/>
                      <a:pt x="27870" y="2567"/>
                    </a:cubicBezTo>
                    <a:cubicBezTo>
                      <a:pt x="27870" y="2382"/>
                      <a:pt x="27756" y="2211"/>
                      <a:pt x="27514" y="2211"/>
                    </a:cubicBezTo>
                    <a:cubicBezTo>
                      <a:pt x="27343" y="2211"/>
                      <a:pt x="27229" y="2325"/>
                      <a:pt x="27157" y="2439"/>
                    </a:cubicBezTo>
                    <a:lnTo>
                      <a:pt x="14806" y="2439"/>
                    </a:lnTo>
                    <a:lnTo>
                      <a:pt x="14806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4" name="Google Shape;1044;p51"/>
              <p:cNvSpPr/>
              <p:nvPr/>
            </p:nvSpPr>
            <p:spPr>
              <a:xfrm rot="-5400000">
                <a:off x="1972508" y="3742473"/>
                <a:ext cx="1103749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25375" h="771" extrusionOk="0">
                    <a:moveTo>
                      <a:pt x="25018" y="1"/>
                    </a:moveTo>
                    <a:cubicBezTo>
                      <a:pt x="24847" y="1"/>
                      <a:pt x="24733" y="115"/>
                      <a:pt x="24661" y="300"/>
                    </a:cubicBezTo>
                    <a:lnTo>
                      <a:pt x="1" y="300"/>
                    </a:lnTo>
                    <a:lnTo>
                      <a:pt x="1" y="528"/>
                    </a:lnTo>
                    <a:lnTo>
                      <a:pt x="24661" y="528"/>
                    </a:lnTo>
                    <a:cubicBezTo>
                      <a:pt x="24733" y="657"/>
                      <a:pt x="24847" y="771"/>
                      <a:pt x="25018" y="771"/>
                    </a:cubicBezTo>
                    <a:cubicBezTo>
                      <a:pt x="25260" y="771"/>
                      <a:pt x="25374" y="600"/>
                      <a:pt x="25374" y="414"/>
                    </a:cubicBezTo>
                    <a:cubicBezTo>
                      <a:pt x="25374" y="172"/>
                      <a:pt x="25260" y="1"/>
                      <a:pt x="25018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5" name="Google Shape;1045;p51"/>
              <p:cNvSpPr/>
              <p:nvPr/>
            </p:nvSpPr>
            <p:spPr>
              <a:xfrm rot="-5400000">
                <a:off x="2020290" y="3823748"/>
                <a:ext cx="941199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21638" h="771" extrusionOk="0">
                    <a:moveTo>
                      <a:pt x="21281" y="0"/>
                    </a:moveTo>
                    <a:cubicBezTo>
                      <a:pt x="21095" y="0"/>
                      <a:pt x="20924" y="114"/>
                      <a:pt x="20924" y="229"/>
                    </a:cubicBezTo>
                    <a:lnTo>
                      <a:pt x="1" y="229"/>
                    </a:lnTo>
                    <a:lnTo>
                      <a:pt x="1" y="471"/>
                    </a:lnTo>
                    <a:lnTo>
                      <a:pt x="20924" y="471"/>
                    </a:lnTo>
                    <a:cubicBezTo>
                      <a:pt x="20924" y="656"/>
                      <a:pt x="21095" y="771"/>
                      <a:pt x="21281" y="771"/>
                    </a:cubicBezTo>
                    <a:cubicBezTo>
                      <a:pt x="21452" y="771"/>
                      <a:pt x="21637" y="585"/>
                      <a:pt x="21637" y="357"/>
                    </a:cubicBezTo>
                    <a:cubicBezTo>
                      <a:pt x="21637" y="172"/>
                      <a:pt x="21452" y="0"/>
                      <a:pt x="2128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46" name="Google Shape;1046;p51"/>
            <p:cNvGrpSpPr/>
            <p:nvPr/>
          </p:nvGrpSpPr>
          <p:grpSpPr>
            <a:xfrm rot="5400000">
              <a:off x="752586" y="2581286"/>
              <a:ext cx="669734" cy="2174918"/>
              <a:chOff x="6278982" y="2751992"/>
              <a:chExt cx="478381" cy="1553513"/>
            </a:xfrm>
          </p:grpSpPr>
          <p:sp>
            <p:nvSpPr>
              <p:cNvPr id="1047" name="Google Shape;1047;p51"/>
              <p:cNvSpPr/>
              <p:nvPr/>
            </p:nvSpPr>
            <p:spPr>
              <a:xfrm rot="-5400000">
                <a:off x="6192439" y="3740581"/>
                <a:ext cx="1059686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24362" h="1613" extrusionOk="0">
                    <a:moveTo>
                      <a:pt x="0" y="0"/>
                    </a:moveTo>
                    <a:lnTo>
                      <a:pt x="0" y="243"/>
                    </a:lnTo>
                    <a:lnTo>
                      <a:pt x="15917" y="243"/>
                    </a:lnTo>
                    <a:lnTo>
                      <a:pt x="17173" y="1313"/>
                    </a:lnTo>
                    <a:lnTo>
                      <a:pt x="23648" y="1313"/>
                    </a:lnTo>
                    <a:cubicBezTo>
                      <a:pt x="23705" y="1498"/>
                      <a:pt x="23819" y="1612"/>
                      <a:pt x="24004" y="1612"/>
                    </a:cubicBezTo>
                    <a:cubicBezTo>
                      <a:pt x="24176" y="1612"/>
                      <a:pt x="24361" y="1427"/>
                      <a:pt x="24361" y="1199"/>
                    </a:cubicBezTo>
                    <a:cubicBezTo>
                      <a:pt x="24361" y="1013"/>
                      <a:pt x="24176" y="842"/>
                      <a:pt x="24004" y="842"/>
                    </a:cubicBezTo>
                    <a:cubicBezTo>
                      <a:pt x="23819" y="842"/>
                      <a:pt x="23705" y="956"/>
                      <a:pt x="23648" y="1070"/>
                    </a:cubicBezTo>
                    <a:lnTo>
                      <a:pt x="17230" y="1070"/>
                    </a:lnTo>
                    <a:lnTo>
                      <a:pt x="15975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8" name="Google Shape;1048;p51"/>
              <p:cNvSpPr/>
              <p:nvPr/>
            </p:nvSpPr>
            <p:spPr>
              <a:xfrm rot="-5400000">
                <a:off x="6010359" y="3607522"/>
                <a:ext cx="1325804" cy="70161"/>
              </a:xfrm>
              <a:custGeom>
                <a:avLst/>
                <a:gdLst/>
                <a:ahLst/>
                <a:cxnLst/>
                <a:rect l="l" t="t" r="r" b="b"/>
                <a:pathLst>
                  <a:path w="30480" h="1613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7173" y="243"/>
                    </a:lnTo>
                    <a:lnTo>
                      <a:pt x="18242" y="1370"/>
                    </a:lnTo>
                    <a:lnTo>
                      <a:pt x="29710" y="1370"/>
                    </a:lnTo>
                    <a:cubicBezTo>
                      <a:pt x="29767" y="1484"/>
                      <a:pt x="29952" y="1612"/>
                      <a:pt x="30066" y="1612"/>
                    </a:cubicBezTo>
                    <a:cubicBezTo>
                      <a:pt x="30309" y="1612"/>
                      <a:pt x="30480" y="1427"/>
                      <a:pt x="30480" y="1256"/>
                    </a:cubicBezTo>
                    <a:cubicBezTo>
                      <a:pt x="30480" y="1013"/>
                      <a:pt x="30309" y="842"/>
                      <a:pt x="30066" y="842"/>
                    </a:cubicBezTo>
                    <a:cubicBezTo>
                      <a:pt x="29952" y="842"/>
                      <a:pt x="29767" y="956"/>
                      <a:pt x="29710" y="1127"/>
                    </a:cubicBezTo>
                    <a:lnTo>
                      <a:pt x="18356" y="1127"/>
                    </a:lnTo>
                    <a:lnTo>
                      <a:pt x="1723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49" name="Google Shape;1049;p51"/>
              <p:cNvSpPr/>
              <p:nvPr/>
            </p:nvSpPr>
            <p:spPr>
              <a:xfrm rot="-5400000">
                <a:off x="6022147" y="3665853"/>
                <a:ext cx="1214755" cy="64550"/>
              </a:xfrm>
              <a:custGeom>
                <a:avLst/>
                <a:gdLst/>
                <a:ahLst/>
                <a:cxnLst/>
                <a:rect l="l" t="t" r="r" b="b"/>
                <a:pathLst>
                  <a:path w="27927" h="1484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17943" y="229"/>
                    </a:lnTo>
                    <a:lnTo>
                      <a:pt x="18898" y="1241"/>
                    </a:lnTo>
                    <a:lnTo>
                      <a:pt x="27157" y="1241"/>
                    </a:lnTo>
                    <a:cubicBezTo>
                      <a:pt x="27214" y="1427"/>
                      <a:pt x="27385" y="1484"/>
                      <a:pt x="27513" y="1484"/>
                    </a:cubicBezTo>
                    <a:cubicBezTo>
                      <a:pt x="27741" y="1484"/>
                      <a:pt x="27927" y="1298"/>
                      <a:pt x="27927" y="1127"/>
                    </a:cubicBezTo>
                    <a:cubicBezTo>
                      <a:pt x="27927" y="885"/>
                      <a:pt x="27741" y="771"/>
                      <a:pt x="27513" y="771"/>
                    </a:cubicBezTo>
                    <a:cubicBezTo>
                      <a:pt x="27385" y="771"/>
                      <a:pt x="27214" y="828"/>
                      <a:pt x="27157" y="999"/>
                    </a:cubicBezTo>
                    <a:lnTo>
                      <a:pt x="19012" y="999"/>
                    </a:lnTo>
                    <a:lnTo>
                      <a:pt x="1800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0" name="Google Shape;1050;p51"/>
              <p:cNvSpPr/>
              <p:nvPr/>
            </p:nvSpPr>
            <p:spPr>
              <a:xfrm rot="-5400000">
                <a:off x="5843461" y="3619310"/>
                <a:ext cx="1279305" cy="93085"/>
              </a:xfrm>
              <a:custGeom>
                <a:avLst/>
                <a:gdLst/>
                <a:ahLst/>
                <a:cxnLst/>
                <a:rect l="l" t="t" r="r" b="b"/>
                <a:pathLst>
                  <a:path w="29411" h="2140" extrusionOk="0">
                    <a:moveTo>
                      <a:pt x="28996" y="0"/>
                    </a:moveTo>
                    <a:cubicBezTo>
                      <a:pt x="28882" y="0"/>
                      <a:pt x="28697" y="57"/>
                      <a:pt x="28640" y="243"/>
                    </a:cubicBezTo>
                    <a:lnTo>
                      <a:pt x="20610" y="243"/>
                    </a:lnTo>
                    <a:lnTo>
                      <a:pt x="20610" y="1911"/>
                    </a:lnTo>
                    <a:lnTo>
                      <a:pt x="0" y="1911"/>
                    </a:lnTo>
                    <a:lnTo>
                      <a:pt x="0" y="2140"/>
                    </a:lnTo>
                    <a:lnTo>
                      <a:pt x="20852" y="2140"/>
                    </a:lnTo>
                    <a:lnTo>
                      <a:pt x="20852" y="485"/>
                    </a:lnTo>
                    <a:lnTo>
                      <a:pt x="28640" y="485"/>
                    </a:lnTo>
                    <a:cubicBezTo>
                      <a:pt x="28697" y="656"/>
                      <a:pt x="28882" y="713"/>
                      <a:pt x="28996" y="713"/>
                    </a:cubicBezTo>
                    <a:cubicBezTo>
                      <a:pt x="29239" y="713"/>
                      <a:pt x="29410" y="542"/>
                      <a:pt x="29410" y="357"/>
                    </a:cubicBezTo>
                    <a:cubicBezTo>
                      <a:pt x="29410" y="129"/>
                      <a:pt x="29239" y="0"/>
                      <a:pt x="28996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1" name="Google Shape;1051;p51"/>
              <p:cNvSpPr/>
              <p:nvPr/>
            </p:nvSpPr>
            <p:spPr>
              <a:xfrm rot="-5400000">
                <a:off x="5753204" y="3565025"/>
                <a:ext cx="1374825" cy="106134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2440" extrusionOk="0">
                    <a:moveTo>
                      <a:pt x="31193" y="1"/>
                    </a:moveTo>
                    <a:cubicBezTo>
                      <a:pt x="31079" y="1"/>
                      <a:pt x="30893" y="58"/>
                      <a:pt x="30836" y="243"/>
                    </a:cubicBezTo>
                    <a:lnTo>
                      <a:pt x="19426" y="243"/>
                    </a:lnTo>
                    <a:lnTo>
                      <a:pt x="19426" y="2197"/>
                    </a:lnTo>
                    <a:lnTo>
                      <a:pt x="0" y="2197"/>
                    </a:lnTo>
                    <a:lnTo>
                      <a:pt x="0" y="2439"/>
                    </a:lnTo>
                    <a:lnTo>
                      <a:pt x="19669" y="2439"/>
                    </a:lnTo>
                    <a:lnTo>
                      <a:pt x="19669" y="471"/>
                    </a:lnTo>
                    <a:lnTo>
                      <a:pt x="30836" y="471"/>
                    </a:lnTo>
                    <a:cubicBezTo>
                      <a:pt x="30893" y="657"/>
                      <a:pt x="31079" y="714"/>
                      <a:pt x="31193" y="714"/>
                    </a:cubicBezTo>
                    <a:cubicBezTo>
                      <a:pt x="31435" y="714"/>
                      <a:pt x="31607" y="542"/>
                      <a:pt x="31607" y="357"/>
                    </a:cubicBezTo>
                    <a:cubicBezTo>
                      <a:pt x="31607" y="115"/>
                      <a:pt x="31435" y="1"/>
                      <a:pt x="31193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2" name="Google Shape;1052;p51"/>
              <p:cNvSpPr/>
              <p:nvPr/>
            </p:nvSpPr>
            <p:spPr>
              <a:xfrm rot="-5400000">
                <a:off x="5618885" y="3466677"/>
                <a:ext cx="1553513" cy="124142"/>
              </a:xfrm>
              <a:custGeom>
                <a:avLst/>
                <a:gdLst/>
                <a:ahLst/>
                <a:cxnLst/>
                <a:rect l="l" t="t" r="r" b="b"/>
                <a:pathLst>
                  <a:path w="35715" h="2854" extrusionOk="0">
                    <a:moveTo>
                      <a:pt x="35301" y="1"/>
                    </a:moveTo>
                    <a:cubicBezTo>
                      <a:pt x="35172" y="1"/>
                      <a:pt x="35001" y="58"/>
                      <a:pt x="34944" y="229"/>
                    </a:cubicBezTo>
                    <a:lnTo>
                      <a:pt x="18185" y="229"/>
                    </a:lnTo>
                    <a:lnTo>
                      <a:pt x="18185" y="2611"/>
                    </a:lnTo>
                    <a:lnTo>
                      <a:pt x="0" y="2611"/>
                    </a:lnTo>
                    <a:lnTo>
                      <a:pt x="0" y="2853"/>
                    </a:lnTo>
                    <a:lnTo>
                      <a:pt x="18413" y="2853"/>
                    </a:lnTo>
                    <a:lnTo>
                      <a:pt x="18413" y="471"/>
                    </a:lnTo>
                    <a:lnTo>
                      <a:pt x="34944" y="471"/>
                    </a:lnTo>
                    <a:cubicBezTo>
                      <a:pt x="35001" y="642"/>
                      <a:pt x="35172" y="714"/>
                      <a:pt x="35301" y="714"/>
                    </a:cubicBezTo>
                    <a:cubicBezTo>
                      <a:pt x="35529" y="714"/>
                      <a:pt x="35714" y="528"/>
                      <a:pt x="35714" y="357"/>
                    </a:cubicBezTo>
                    <a:cubicBezTo>
                      <a:pt x="35714" y="115"/>
                      <a:pt x="35529" y="1"/>
                      <a:pt x="35301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3" name="Google Shape;1053;p51"/>
              <p:cNvSpPr/>
              <p:nvPr/>
            </p:nvSpPr>
            <p:spPr>
              <a:xfrm rot="-5400000">
                <a:off x="5790418" y="3674835"/>
                <a:ext cx="1119234" cy="142106"/>
              </a:xfrm>
              <a:custGeom>
                <a:avLst/>
                <a:gdLst/>
                <a:ahLst/>
                <a:cxnLst/>
                <a:rect l="l" t="t" r="r" b="b"/>
                <a:pathLst>
                  <a:path w="25731" h="3267" extrusionOk="0">
                    <a:moveTo>
                      <a:pt x="25374" y="1"/>
                    </a:moveTo>
                    <a:cubicBezTo>
                      <a:pt x="25188" y="1"/>
                      <a:pt x="25074" y="115"/>
                      <a:pt x="25017" y="243"/>
                    </a:cubicBezTo>
                    <a:lnTo>
                      <a:pt x="17044" y="243"/>
                    </a:lnTo>
                    <a:lnTo>
                      <a:pt x="17044" y="3038"/>
                    </a:lnTo>
                    <a:lnTo>
                      <a:pt x="0" y="3038"/>
                    </a:lnTo>
                    <a:lnTo>
                      <a:pt x="0" y="3267"/>
                    </a:lnTo>
                    <a:lnTo>
                      <a:pt x="17287" y="3267"/>
                    </a:lnTo>
                    <a:lnTo>
                      <a:pt x="17287" y="471"/>
                    </a:lnTo>
                    <a:lnTo>
                      <a:pt x="25017" y="471"/>
                    </a:lnTo>
                    <a:cubicBezTo>
                      <a:pt x="25074" y="657"/>
                      <a:pt x="25188" y="771"/>
                      <a:pt x="25374" y="771"/>
                    </a:cubicBezTo>
                    <a:cubicBezTo>
                      <a:pt x="25545" y="771"/>
                      <a:pt x="25730" y="600"/>
                      <a:pt x="25730" y="357"/>
                    </a:cubicBezTo>
                    <a:cubicBezTo>
                      <a:pt x="25730" y="186"/>
                      <a:pt x="25545" y="1"/>
                      <a:pt x="25374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4" name="Google Shape;1054;p51"/>
              <p:cNvSpPr/>
              <p:nvPr/>
            </p:nvSpPr>
            <p:spPr>
              <a:xfrm rot="-5400000">
                <a:off x="6430370" y="3978513"/>
                <a:ext cx="620405" cy="33580"/>
              </a:xfrm>
              <a:custGeom>
                <a:avLst/>
                <a:gdLst/>
                <a:ahLst/>
                <a:cxnLst/>
                <a:rect l="l" t="t" r="r" b="b"/>
                <a:pathLst>
                  <a:path w="14263" h="772" extrusionOk="0">
                    <a:moveTo>
                      <a:pt x="13906" y="1"/>
                    </a:moveTo>
                    <a:cubicBezTo>
                      <a:pt x="13721" y="1"/>
                      <a:pt x="13607" y="115"/>
                      <a:pt x="13550" y="229"/>
                    </a:cubicBezTo>
                    <a:lnTo>
                      <a:pt x="0" y="229"/>
                    </a:lnTo>
                    <a:lnTo>
                      <a:pt x="0" y="472"/>
                    </a:lnTo>
                    <a:lnTo>
                      <a:pt x="13550" y="472"/>
                    </a:lnTo>
                    <a:cubicBezTo>
                      <a:pt x="13607" y="657"/>
                      <a:pt x="13721" y="771"/>
                      <a:pt x="13906" y="771"/>
                    </a:cubicBezTo>
                    <a:cubicBezTo>
                      <a:pt x="14078" y="771"/>
                      <a:pt x="14263" y="586"/>
                      <a:pt x="14263" y="358"/>
                    </a:cubicBezTo>
                    <a:cubicBezTo>
                      <a:pt x="14263" y="172"/>
                      <a:pt x="14078" y="1"/>
                      <a:pt x="13906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5" name="Google Shape;1055;p51"/>
              <p:cNvSpPr/>
              <p:nvPr/>
            </p:nvSpPr>
            <p:spPr>
              <a:xfrm rot="-5400000">
                <a:off x="5858989" y="3544234"/>
                <a:ext cx="1460429" cy="62114"/>
              </a:xfrm>
              <a:custGeom>
                <a:avLst/>
                <a:gdLst/>
                <a:ahLst/>
                <a:cxnLst/>
                <a:rect l="l" t="t" r="r" b="b"/>
                <a:pathLst>
                  <a:path w="33575" h="1428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8542" y="243"/>
                    </a:lnTo>
                    <a:lnTo>
                      <a:pt x="19483" y="1185"/>
                    </a:lnTo>
                    <a:lnTo>
                      <a:pt x="32862" y="1185"/>
                    </a:lnTo>
                    <a:cubicBezTo>
                      <a:pt x="32919" y="1313"/>
                      <a:pt x="33033" y="1427"/>
                      <a:pt x="33161" y="1427"/>
                    </a:cubicBezTo>
                    <a:cubicBezTo>
                      <a:pt x="33389" y="1427"/>
                      <a:pt x="33575" y="1256"/>
                      <a:pt x="33575" y="1013"/>
                    </a:cubicBezTo>
                    <a:cubicBezTo>
                      <a:pt x="33575" y="828"/>
                      <a:pt x="33389" y="657"/>
                      <a:pt x="33161" y="657"/>
                    </a:cubicBezTo>
                    <a:cubicBezTo>
                      <a:pt x="32976" y="657"/>
                      <a:pt x="32862" y="771"/>
                      <a:pt x="32805" y="956"/>
                    </a:cubicBezTo>
                    <a:lnTo>
                      <a:pt x="19612" y="956"/>
                    </a:lnTo>
                    <a:lnTo>
                      <a:pt x="18599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1056" name="Google Shape;1056;p51"/>
          <p:cNvGrpSpPr/>
          <p:nvPr/>
        </p:nvGrpSpPr>
        <p:grpSpPr>
          <a:xfrm>
            <a:off x="7181728" y="2938818"/>
            <a:ext cx="1357857" cy="2848314"/>
            <a:chOff x="7181728" y="2938818"/>
            <a:chExt cx="1357857" cy="2848314"/>
          </a:xfrm>
        </p:grpSpPr>
        <p:grpSp>
          <p:nvGrpSpPr>
            <p:cNvPr id="1057" name="Google Shape;1057;p51"/>
            <p:cNvGrpSpPr/>
            <p:nvPr/>
          </p:nvGrpSpPr>
          <p:grpSpPr>
            <a:xfrm>
              <a:off x="7620438" y="2938818"/>
              <a:ext cx="919147" cy="2204676"/>
              <a:chOff x="3117442" y="2754471"/>
              <a:chExt cx="648978" cy="1556645"/>
            </a:xfrm>
          </p:grpSpPr>
          <p:sp>
            <p:nvSpPr>
              <p:cNvPr id="1058" name="Google Shape;1058;p51"/>
              <p:cNvSpPr/>
              <p:nvPr/>
            </p:nvSpPr>
            <p:spPr>
              <a:xfrm rot="-5400000">
                <a:off x="2522788" y="3592320"/>
                <a:ext cx="1313451" cy="124142"/>
              </a:xfrm>
              <a:custGeom>
                <a:avLst/>
                <a:gdLst/>
                <a:ahLst/>
                <a:cxnLst/>
                <a:rect l="l" t="t" r="r" b="b"/>
                <a:pathLst>
                  <a:path w="30196" h="2854" extrusionOk="0">
                    <a:moveTo>
                      <a:pt x="15276" y="1"/>
                    </a:moveTo>
                    <a:lnTo>
                      <a:pt x="12666" y="2625"/>
                    </a:lnTo>
                    <a:lnTo>
                      <a:pt x="1" y="2625"/>
                    </a:lnTo>
                    <a:lnTo>
                      <a:pt x="1" y="2854"/>
                    </a:lnTo>
                    <a:lnTo>
                      <a:pt x="12780" y="2854"/>
                    </a:lnTo>
                    <a:lnTo>
                      <a:pt x="15390" y="243"/>
                    </a:lnTo>
                    <a:lnTo>
                      <a:pt x="23235" y="243"/>
                    </a:lnTo>
                    <a:lnTo>
                      <a:pt x="25374" y="2383"/>
                    </a:lnTo>
                    <a:lnTo>
                      <a:pt x="29425" y="2383"/>
                    </a:lnTo>
                    <a:cubicBezTo>
                      <a:pt x="29482" y="2554"/>
                      <a:pt x="29596" y="2625"/>
                      <a:pt x="29782" y="2625"/>
                    </a:cubicBezTo>
                    <a:cubicBezTo>
                      <a:pt x="30010" y="2625"/>
                      <a:pt x="30195" y="2497"/>
                      <a:pt x="30195" y="2269"/>
                    </a:cubicBezTo>
                    <a:cubicBezTo>
                      <a:pt x="30195" y="2083"/>
                      <a:pt x="30010" y="1912"/>
                      <a:pt x="29782" y="1912"/>
                    </a:cubicBezTo>
                    <a:cubicBezTo>
                      <a:pt x="29653" y="1912"/>
                      <a:pt x="29482" y="1969"/>
                      <a:pt x="29425" y="2140"/>
                    </a:cubicBezTo>
                    <a:lnTo>
                      <a:pt x="25503" y="2140"/>
                    </a:lnTo>
                    <a:lnTo>
                      <a:pt x="23306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59" name="Google Shape;1059;p51"/>
              <p:cNvSpPr/>
              <p:nvPr/>
            </p:nvSpPr>
            <p:spPr>
              <a:xfrm rot="-5400000">
                <a:off x="3104412" y="3972336"/>
                <a:ext cx="644024" cy="33537"/>
              </a:xfrm>
              <a:custGeom>
                <a:avLst/>
                <a:gdLst/>
                <a:ahLst/>
                <a:cxnLst/>
                <a:rect l="l" t="t" r="r" b="b"/>
                <a:pathLst>
                  <a:path w="14806" h="771" extrusionOk="0">
                    <a:moveTo>
                      <a:pt x="14392" y="1"/>
                    </a:moveTo>
                    <a:cubicBezTo>
                      <a:pt x="14264" y="1"/>
                      <a:pt x="14092" y="115"/>
                      <a:pt x="14035" y="300"/>
                    </a:cubicBezTo>
                    <a:lnTo>
                      <a:pt x="1" y="300"/>
                    </a:lnTo>
                    <a:lnTo>
                      <a:pt x="1" y="543"/>
                    </a:lnTo>
                    <a:lnTo>
                      <a:pt x="14035" y="543"/>
                    </a:lnTo>
                    <a:cubicBezTo>
                      <a:pt x="14092" y="657"/>
                      <a:pt x="14264" y="771"/>
                      <a:pt x="14392" y="771"/>
                    </a:cubicBezTo>
                    <a:cubicBezTo>
                      <a:pt x="14620" y="771"/>
                      <a:pt x="14806" y="600"/>
                      <a:pt x="14806" y="414"/>
                    </a:cubicBezTo>
                    <a:cubicBezTo>
                      <a:pt x="14806" y="186"/>
                      <a:pt x="14620" y="1"/>
                      <a:pt x="14392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0" name="Google Shape;1060;p51"/>
              <p:cNvSpPr/>
              <p:nvPr/>
            </p:nvSpPr>
            <p:spPr>
              <a:xfrm rot="-5400000">
                <a:off x="3456174" y="4000870"/>
                <a:ext cx="452331" cy="168161"/>
              </a:xfrm>
              <a:custGeom>
                <a:avLst/>
                <a:gdLst/>
                <a:ahLst/>
                <a:cxnLst/>
                <a:rect l="l" t="t" r="r" b="b"/>
                <a:pathLst>
                  <a:path w="10399" h="3866" extrusionOk="0">
                    <a:moveTo>
                      <a:pt x="1" y="1"/>
                    </a:moveTo>
                    <a:lnTo>
                      <a:pt x="1" y="243"/>
                    </a:lnTo>
                    <a:lnTo>
                      <a:pt x="9928" y="243"/>
                    </a:lnTo>
                    <a:lnTo>
                      <a:pt x="9928" y="3153"/>
                    </a:lnTo>
                    <a:cubicBezTo>
                      <a:pt x="9757" y="3153"/>
                      <a:pt x="9628" y="3338"/>
                      <a:pt x="9628" y="3509"/>
                    </a:cubicBezTo>
                    <a:cubicBezTo>
                      <a:pt x="9628" y="3695"/>
                      <a:pt x="9814" y="3866"/>
                      <a:pt x="10042" y="3866"/>
                    </a:cubicBezTo>
                    <a:cubicBezTo>
                      <a:pt x="10227" y="3866"/>
                      <a:pt x="10398" y="3695"/>
                      <a:pt x="10398" y="3509"/>
                    </a:cubicBezTo>
                    <a:cubicBezTo>
                      <a:pt x="10398" y="3338"/>
                      <a:pt x="10284" y="3153"/>
                      <a:pt x="10170" y="3153"/>
                    </a:cubicBezTo>
                    <a:lnTo>
                      <a:pt x="1017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1" name="Google Shape;1061;p51"/>
              <p:cNvSpPr/>
              <p:nvPr/>
            </p:nvSpPr>
            <p:spPr>
              <a:xfrm rot="-5400000">
                <a:off x="3085206" y="3642908"/>
                <a:ext cx="1140330" cy="196087"/>
              </a:xfrm>
              <a:custGeom>
                <a:avLst/>
                <a:gdLst/>
                <a:ahLst/>
                <a:cxnLst/>
                <a:rect l="l" t="t" r="r" b="b"/>
                <a:pathLst>
                  <a:path w="26216" h="4508" extrusionOk="0">
                    <a:moveTo>
                      <a:pt x="25859" y="0"/>
                    </a:moveTo>
                    <a:cubicBezTo>
                      <a:pt x="25674" y="0"/>
                      <a:pt x="25560" y="114"/>
                      <a:pt x="25503" y="229"/>
                    </a:cubicBezTo>
                    <a:lnTo>
                      <a:pt x="16531" y="229"/>
                    </a:lnTo>
                    <a:lnTo>
                      <a:pt x="12481" y="4279"/>
                    </a:lnTo>
                    <a:lnTo>
                      <a:pt x="11240" y="4279"/>
                    </a:lnTo>
                    <a:lnTo>
                      <a:pt x="11240" y="57"/>
                    </a:lnTo>
                    <a:lnTo>
                      <a:pt x="1" y="57"/>
                    </a:lnTo>
                    <a:lnTo>
                      <a:pt x="1" y="286"/>
                    </a:lnTo>
                    <a:lnTo>
                      <a:pt x="10997" y="286"/>
                    </a:lnTo>
                    <a:lnTo>
                      <a:pt x="10997" y="4507"/>
                    </a:lnTo>
                    <a:lnTo>
                      <a:pt x="12609" y="4507"/>
                    </a:lnTo>
                    <a:lnTo>
                      <a:pt x="16645" y="471"/>
                    </a:lnTo>
                    <a:lnTo>
                      <a:pt x="25503" y="471"/>
                    </a:lnTo>
                    <a:cubicBezTo>
                      <a:pt x="25560" y="642"/>
                      <a:pt x="25674" y="771"/>
                      <a:pt x="25859" y="771"/>
                    </a:cubicBezTo>
                    <a:cubicBezTo>
                      <a:pt x="26087" y="771"/>
                      <a:pt x="26216" y="585"/>
                      <a:pt x="26216" y="357"/>
                    </a:cubicBezTo>
                    <a:cubicBezTo>
                      <a:pt x="26216" y="171"/>
                      <a:pt x="26087" y="0"/>
                      <a:pt x="2585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2" name="Google Shape;1062;p51"/>
              <p:cNvSpPr/>
              <p:nvPr/>
            </p:nvSpPr>
            <p:spPr>
              <a:xfrm rot="-5400000">
                <a:off x="2913348" y="3546126"/>
                <a:ext cx="1336374" cy="193607"/>
              </a:xfrm>
              <a:custGeom>
                <a:avLst/>
                <a:gdLst/>
                <a:ahLst/>
                <a:cxnLst/>
                <a:rect l="l" t="t" r="r" b="b"/>
                <a:pathLst>
                  <a:path w="30723" h="4451" extrusionOk="0">
                    <a:moveTo>
                      <a:pt x="30309" y="1"/>
                    </a:moveTo>
                    <a:cubicBezTo>
                      <a:pt x="30195" y="1"/>
                      <a:pt x="30010" y="115"/>
                      <a:pt x="29953" y="300"/>
                    </a:cubicBezTo>
                    <a:lnTo>
                      <a:pt x="16232" y="300"/>
                    </a:lnTo>
                    <a:lnTo>
                      <a:pt x="12609" y="3866"/>
                    </a:lnTo>
                    <a:lnTo>
                      <a:pt x="12609" y="714"/>
                    </a:lnTo>
                    <a:lnTo>
                      <a:pt x="1" y="714"/>
                    </a:lnTo>
                    <a:lnTo>
                      <a:pt x="1" y="956"/>
                    </a:lnTo>
                    <a:lnTo>
                      <a:pt x="12367" y="956"/>
                    </a:lnTo>
                    <a:lnTo>
                      <a:pt x="12367" y="4451"/>
                    </a:lnTo>
                    <a:lnTo>
                      <a:pt x="16346" y="528"/>
                    </a:lnTo>
                    <a:lnTo>
                      <a:pt x="29953" y="528"/>
                    </a:lnTo>
                    <a:cubicBezTo>
                      <a:pt x="30010" y="657"/>
                      <a:pt x="30195" y="771"/>
                      <a:pt x="30309" y="771"/>
                    </a:cubicBezTo>
                    <a:cubicBezTo>
                      <a:pt x="30552" y="771"/>
                      <a:pt x="30723" y="600"/>
                      <a:pt x="30723" y="414"/>
                    </a:cubicBezTo>
                    <a:cubicBezTo>
                      <a:pt x="30723" y="172"/>
                      <a:pt x="30552" y="1"/>
                      <a:pt x="3030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3" name="Google Shape;1063;p51"/>
              <p:cNvSpPr/>
              <p:nvPr/>
            </p:nvSpPr>
            <p:spPr>
              <a:xfrm rot="-5400000">
                <a:off x="2875811" y="3622116"/>
                <a:ext cx="1233415" cy="144586"/>
              </a:xfrm>
              <a:custGeom>
                <a:avLst/>
                <a:gdLst/>
                <a:ahLst/>
                <a:cxnLst/>
                <a:rect l="l" t="t" r="r" b="b"/>
                <a:pathLst>
                  <a:path w="28356" h="3324" extrusionOk="0">
                    <a:moveTo>
                      <a:pt x="27942" y="0"/>
                    </a:moveTo>
                    <a:cubicBezTo>
                      <a:pt x="27813" y="0"/>
                      <a:pt x="27642" y="114"/>
                      <a:pt x="27585" y="228"/>
                    </a:cubicBezTo>
                    <a:lnTo>
                      <a:pt x="16175" y="228"/>
                    </a:lnTo>
                    <a:lnTo>
                      <a:pt x="13679" y="2796"/>
                    </a:lnTo>
                    <a:lnTo>
                      <a:pt x="13679" y="1127"/>
                    </a:lnTo>
                    <a:lnTo>
                      <a:pt x="1" y="1127"/>
                    </a:lnTo>
                    <a:lnTo>
                      <a:pt x="1" y="1369"/>
                    </a:lnTo>
                    <a:lnTo>
                      <a:pt x="13436" y="1369"/>
                    </a:lnTo>
                    <a:lnTo>
                      <a:pt x="13436" y="3323"/>
                    </a:lnTo>
                    <a:lnTo>
                      <a:pt x="16289" y="471"/>
                    </a:lnTo>
                    <a:lnTo>
                      <a:pt x="27585" y="471"/>
                    </a:lnTo>
                    <a:cubicBezTo>
                      <a:pt x="27642" y="656"/>
                      <a:pt x="27813" y="770"/>
                      <a:pt x="27942" y="770"/>
                    </a:cubicBezTo>
                    <a:cubicBezTo>
                      <a:pt x="28170" y="770"/>
                      <a:pt x="28355" y="585"/>
                      <a:pt x="28355" y="357"/>
                    </a:cubicBezTo>
                    <a:cubicBezTo>
                      <a:pt x="28355" y="171"/>
                      <a:pt x="28170" y="0"/>
                      <a:pt x="27942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4" name="Google Shape;1064;p51"/>
              <p:cNvSpPr/>
              <p:nvPr/>
            </p:nvSpPr>
            <p:spPr>
              <a:xfrm rot="-5400000">
                <a:off x="2601887" y="3552324"/>
                <a:ext cx="1419541" cy="98043"/>
              </a:xfrm>
              <a:custGeom>
                <a:avLst/>
                <a:gdLst/>
                <a:ahLst/>
                <a:cxnLst/>
                <a:rect l="l" t="t" r="r" b="b"/>
                <a:pathLst>
                  <a:path w="32635" h="2254" extrusionOk="0">
                    <a:moveTo>
                      <a:pt x="16289" y="0"/>
                    </a:moveTo>
                    <a:lnTo>
                      <a:pt x="14321" y="1897"/>
                    </a:lnTo>
                    <a:lnTo>
                      <a:pt x="1" y="1897"/>
                    </a:lnTo>
                    <a:lnTo>
                      <a:pt x="1" y="2140"/>
                    </a:lnTo>
                    <a:lnTo>
                      <a:pt x="14449" y="2140"/>
                    </a:lnTo>
                    <a:lnTo>
                      <a:pt x="16346" y="229"/>
                    </a:lnTo>
                    <a:lnTo>
                      <a:pt x="21395" y="229"/>
                    </a:lnTo>
                    <a:lnTo>
                      <a:pt x="23178" y="2012"/>
                    </a:lnTo>
                    <a:lnTo>
                      <a:pt x="31864" y="2012"/>
                    </a:lnTo>
                    <a:cubicBezTo>
                      <a:pt x="31921" y="2197"/>
                      <a:pt x="32092" y="2254"/>
                      <a:pt x="32221" y="2254"/>
                    </a:cubicBezTo>
                    <a:cubicBezTo>
                      <a:pt x="32449" y="2254"/>
                      <a:pt x="32634" y="2140"/>
                      <a:pt x="32634" y="1897"/>
                    </a:cubicBezTo>
                    <a:cubicBezTo>
                      <a:pt x="32634" y="1655"/>
                      <a:pt x="32449" y="1541"/>
                      <a:pt x="32221" y="1541"/>
                    </a:cubicBezTo>
                    <a:cubicBezTo>
                      <a:pt x="32035" y="1541"/>
                      <a:pt x="31921" y="1655"/>
                      <a:pt x="31864" y="1783"/>
                    </a:cubicBezTo>
                    <a:lnTo>
                      <a:pt x="23306" y="1783"/>
                    </a:lnTo>
                    <a:lnTo>
                      <a:pt x="2152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5" name="Google Shape;1065;p51"/>
              <p:cNvSpPr/>
              <p:nvPr/>
            </p:nvSpPr>
            <p:spPr>
              <a:xfrm rot="-5400000">
                <a:off x="2574592" y="3483446"/>
                <a:ext cx="1556645" cy="98696"/>
              </a:xfrm>
              <a:custGeom>
                <a:avLst/>
                <a:gdLst/>
                <a:ahLst/>
                <a:cxnLst/>
                <a:rect l="l" t="t" r="r" b="b"/>
                <a:pathLst>
                  <a:path w="35787" h="2269" extrusionOk="0">
                    <a:moveTo>
                      <a:pt x="16703" y="1"/>
                    </a:moveTo>
                    <a:lnTo>
                      <a:pt x="14806" y="1841"/>
                    </a:lnTo>
                    <a:lnTo>
                      <a:pt x="1" y="1841"/>
                    </a:lnTo>
                    <a:lnTo>
                      <a:pt x="1" y="2083"/>
                    </a:lnTo>
                    <a:lnTo>
                      <a:pt x="14920" y="2083"/>
                    </a:lnTo>
                    <a:lnTo>
                      <a:pt x="16760" y="243"/>
                    </a:lnTo>
                    <a:lnTo>
                      <a:pt x="20810" y="243"/>
                    </a:lnTo>
                    <a:lnTo>
                      <a:pt x="22593" y="2026"/>
                    </a:lnTo>
                    <a:lnTo>
                      <a:pt x="35002" y="2026"/>
                    </a:lnTo>
                    <a:cubicBezTo>
                      <a:pt x="35073" y="2140"/>
                      <a:pt x="35244" y="2269"/>
                      <a:pt x="35358" y="2269"/>
                    </a:cubicBezTo>
                    <a:cubicBezTo>
                      <a:pt x="35601" y="2269"/>
                      <a:pt x="35786" y="2083"/>
                      <a:pt x="35786" y="1912"/>
                    </a:cubicBezTo>
                    <a:cubicBezTo>
                      <a:pt x="35786" y="1670"/>
                      <a:pt x="35601" y="1484"/>
                      <a:pt x="35358" y="1484"/>
                    </a:cubicBezTo>
                    <a:cubicBezTo>
                      <a:pt x="35244" y="1484"/>
                      <a:pt x="35073" y="1613"/>
                      <a:pt x="35002" y="1784"/>
                    </a:cubicBezTo>
                    <a:lnTo>
                      <a:pt x="22650" y="1784"/>
                    </a:lnTo>
                    <a:lnTo>
                      <a:pt x="2092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6" name="Google Shape;1066;p51"/>
              <p:cNvSpPr/>
              <p:nvPr/>
            </p:nvSpPr>
            <p:spPr>
              <a:xfrm rot="-5400000">
                <a:off x="2516589" y="3511045"/>
                <a:ext cx="1499576" cy="100566"/>
              </a:xfrm>
              <a:custGeom>
                <a:avLst/>
                <a:gdLst/>
                <a:ahLst/>
                <a:cxnLst/>
                <a:rect l="l" t="t" r="r" b="b"/>
                <a:pathLst>
                  <a:path w="34475" h="2312" extrusionOk="0">
                    <a:moveTo>
                      <a:pt x="15747" y="1"/>
                    </a:moveTo>
                    <a:lnTo>
                      <a:pt x="13679" y="2012"/>
                    </a:lnTo>
                    <a:lnTo>
                      <a:pt x="1" y="2012"/>
                    </a:lnTo>
                    <a:lnTo>
                      <a:pt x="1" y="2254"/>
                    </a:lnTo>
                    <a:lnTo>
                      <a:pt x="13793" y="2254"/>
                    </a:lnTo>
                    <a:lnTo>
                      <a:pt x="15818" y="229"/>
                    </a:lnTo>
                    <a:lnTo>
                      <a:pt x="22108" y="229"/>
                    </a:lnTo>
                    <a:lnTo>
                      <a:pt x="24019" y="2069"/>
                    </a:lnTo>
                    <a:lnTo>
                      <a:pt x="33761" y="2069"/>
                    </a:lnTo>
                    <a:cubicBezTo>
                      <a:pt x="33818" y="2197"/>
                      <a:pt x="33932" y="2311"/>
                      <a:pt x="34117" y="2311"/>
                    </a:cubicBezTo>
                    <a:cubicBezTo>
                      <a:pt x="34289" y="2311"/>
                      <a:pt x="34474" y="2140"/>
                      <a:pt x="34474" y="1955"/>
                    </a:cubicBezTo>
                    <a:cubicBezTo>
                      <a:pt x="34474" y="1712"/>
                      <a:pt x="34289" y="1541"/>
                      <a:pt x="34117" y="1541"/>
                    </a:cubicBezTo>
                    <a:cubicBezTo>
                      <a:pt x="33932" y="1541"/>
                      <a:pt x="33761" y="1655"/>
                      <a:pt x="33761" y="1841"/>
                    </a:cubicBezTo>
                    <a:lnTo>
                      <a:pt x="24076" y="1841"/>
                    </a:lnTo>
                    <a:lnTo>
                      <a:pt x="2223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7" name="Google Shape;1067;p51"/>
              <p:cNvSpPr/>
              <p:nvPr/>
            </p:nvSpPr>
            <p:spPr>
              <a:xfrm rot="-5400000">
                <a:off x="2595407" y="3628314"/>
                <a:ext cx="1251380" cy="114224"/>
              </a:xfrm>
              <a:custGeom>
                <a:avLst/>
                <a:gdLst/>
                <a:ahLst/>
                <a:cxnLst/>
                <a:rect l="l" t="t" r="r" b="b"/>
                <a:pathLst>
                  <a:path w="28769" h="2626" extrusionOk="0">
                    <a:moveTo>
                      <a:pt x="15519" y="1"/>
                    </a:moveTo>
                    <a:lnTo>
                      <a:pt x="13137" y="2383"/>
                    </a:lnTo>
                    <a:lnTo>
                      <a:pt x="1" y="2383"/>
                    </a:lnTo>
                    <a:lnTo>
                      <a:pt x="1" y="2625"/>
                    </a:lnTo>
                    <a:lnTo>
                      <a:pt x="13251" y="2625"/>
                    </a:lnTo>
                    <a:lnTo>
                      <a:pt x="15633" y="243"/>
                    </a:lnTo>
                    <a:lnTo>
                      <a:pt x="22707" y="243"/>
                    </a:lnTo>
                    <a:lnTo>
                      <a:pt x="24547" y="2083"/>
                    </a:lnTo>
                    <a:lnTo>
                      <a:pt x="28056" y="2083"/>
                    </a:lnTo>
                    <a:cubicBezTo>
                      <a:pt x="28056" y="2268"/>
                      <a:pt x="28227" y="2383"/>
                      <a:pt x="28412" y="2383"/>
                    </a:cubicBezTo>
                    <a:cubicBezTo>
                      <a:pt x="28583" y="2383"/>
                      <a:pt x="28769" y="2197"/>
                      <a:pt x="28769" y="1969"/>
                    </a:cubicBezTo>
                    <a:cubicBezTo>
                      <a:pt x="28769" y="1784"/>
                      <a:pt x="28583" y="1612"/>
                      <a:pt x="28412" y="1612"/>
                    </a:cubicBezTo>
                    <a:cubicBezTo>
                      <a:pt x="28227" y="1612"/>
                      <a:pt x="28113" y="1726"/>
                      <a:pt x="28056" y="1841"/>
                    </a:cubicBezTo>
                    <a:lnTo>
                      <a:pt x="24661" y="1841"/>
                    </a:lnTo>
                    <a:lnTo>
                      <a:pt x="22821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grpSp>
          <p:nvGrpSpPr>
            <p:cNvPr id="1068" name="Google Shape;1068;p51"/>
            <p:cNvGrpSpPr/>
            <p:nvPr/>
          </p:nvGrpSpPr>
          <p:grpSpPr>
            <a:xfrm>
              <a:off x="7181728" y="3862376"/>
              <a:ext cx="549893" cy="1924756"/>
              <a:chOff x="7780935" y="2930680"/>
              <a:chExt cx="392780" cy="1374825"/>
            </a:xfrm>
          </p:grpSpPr>
          <p:sp>
            <p:nvSpPr>
              <p:cNvPr id="1069" name="Google Shape;1069;p51"/>
              <p:cNvSpPr/>
              <p:nvPr/>
            </p:nvSpPr>
            <p:spPr>
              <a:xfrm rot="-5400000">
                <a:off x="7866274" y="3998065"/>
                <a:ext cx="449808" cy="165073"/>
              </a:xfrm>
              <a:custGeom>
                <a:avLst/>
                <a:gdLst/>
                <a:ahLst/>
                <a:cxnLst/>
                <a:rect l="l" t="t" r="r" b="b"/>
                <a:pathLst>
                  <a:path w="10341" h="3795" extrusionOk="0">
                    <a:moveTo>
                      <a:pt x="0" y="0"/>
                    </a:moveTo>
                    <a:lnTo>
                      <a:pt x="0" y="229"/>
                    </a:lnTo>
                    <a:lnTo>
                      <a:pt x="9856" y="229"/>
                    </a:lnTo>
                    <a:lnTo>
                      <a:pt x="9856" y="3081"/>
                    </a:lnTo>
                    <a:cubicBezTo>
                      <a:pt x="9685" y="3081"/>
                      <a:pt x="9556" y="3267"/>
                      <a:pt x="9556" y="3438"/>
                    </a:cubicBezTo>
                    <a:cubicBezTo>
                      <a:pt x="9556" y="3623"/>
                      <a:pt x="9742" y="3794"/>
                      <a:pt x="9984" y="3794"/>
                    </a:cubicBezTo>
                    <a:cubicBezTo>
                      <a:pt x="10155" y="3794"/>
                      <a:pt x="10341" y="3623"/>
                      <a:pt x="10341" y="3438"/>
                    </a:cubicBezTo>
                    <a:cubicBezTo>
                      <a:pt x="10341" y="3267"/>
                      <a:pt x="10212" y="3081"/>
                      <a:pt x="10098" y="3081"/>
                    </a:cubicBezTo>
                    <a:lnTo>
                      <a:pt x="1009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0" name="Google Shape;1070;p51"/>
              <p:cNvSpPr/>
              <p:nvPr/>
            </p:nvSpPr>
            <p:spPr>
              <a:xfrm rot="-5400000">
                <a:off x="7822212" y="3954002"/>
                <a:ext cx="498829" cy="204177"/>
              </a:xfrm>
              <a:custGeom>
                <a:avLst/>
                <a:gdLst/>
                <a:ahLst/>
                <a:cxnLst/>
                <a:rect l="l" t="t" r="r" b="b"/>
                <a:pathLst>
                  <a:path w="11468" h="4694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0925" y="243"/>
                    </a:lnTo>
                    <a:lnTo>
                      <a:pt x="10925" y="3980"/>
                    </a:lnTo>
                    <a:cubicBezTo>
                      <a:pt x="10811" y="3980"/>
                      <a:pt x="10697" y="4166"/>
                      <a:pt x="10697" y="4337"/>
                    </a:cubicBezTo>
                    <a:cubicBezTo>
                      <a:pt x="10697" y="4522"/>
                      <a:pt x="10868" y="4693"/>
                      <a:pt x="11054" y="4693"/>
                    </a:cubicBezTo>
                    <a:cubicBezTo>
                      <a:pt x="11282" y="4693"/>
                      <a:pt x="11467" y="4522"/>
                      <a:pt x="11467" y="4337"/>
                    </a:cubicBezTo>
                    <a:cubicBezTo>
                      <a:pt x="11467" y="4166"/>
                      <a:pt x="11339" y="3980"/>
                      <a:pt x="11168" y="3980"/>
                    </a:cubicBezTo>
                    <a:lnTo>
                      <a:pt x="1116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1" name="Google Shape;1071;p51"/>
              <p:cNvSpPr/>
              <p:nvPr/>
            </p:nvSpPr>
            <p:spPr>
              <a:xfrm rot="-5400000">
                <a:off x="7418033" y="3559740"/>
                <a:ext cx="1266256" cy="225274"/>
              </a:xfrm>
              <a:custGeom>
                <a:avLst/>
                <a:gdLst/>
                <a:ahLst/>
                <a:cxnLst/>
                <a:rect l="l" t="t" r="r" b="b"/>
                <a:pathLst>
                  <a:path w="29111" h="5179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1995" y="243"/>
                    </a:lnTo>
                    <a:lnTo>
                      <a:pt x="11995" y="5178"/>
                    </a:lnTo>
                    <a:lnTo>
                      <a:pt x="16631" y="5178"/>
                    </a:lnTo>
                    <a:lnTo>
                      <a:pt x="20909" y="828"/>
                    </a:lnTo>
                    <a:lnTo>
                      <a:pt x="28340" y="828"/>
                    </a:lnTo>
                    <a:cubicBezTo>
                      <a:pt x="28397" y="1013"/>
                      <a:pt x="28526" y="1127"/>
                      <a:pt x="28697" y="1127"/>
                    </a:cubicBezTo>
                    <a:cubicBezTo>
                      <a:pt x="28939" y="1127"/>
                      <a:pt x="29111" y="956"/>
                      <a:pt x="29111" y="714"/>
                    </a:cubicBezTo>
                    <a:cubicBezTo>
                      <a:pt x="29111" y="543"/>
                      <a:pt x="28939" y="357"/>
                      <a:pt x="28697" y="357"/>
                    </a:cubicBezTo>
                    <a:cubicBezTo>
                      <a:pt x="28583" y="357"/>
                      <a:pt x="28397" y="471"/>
                      <a:pt x="28340" y="600"/>
                    </a:cubicBezTo>
                    <a:lnTo>
                      <a:pt x="20852" y="600"/>
                    </a:lnTo>
                    <a:lnTo>
                      <a:pt x="16516" y="4936"/>
                    </a:lnTo>
                    <a:lnTo>
                      <a:pt x="12238" y="4936"/>
                    </a:lnTo>
                    <a:lnTo>
                      <a:pt x="12238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2" name="Google Shape;1072;p51"/>
              <p:cNvSpPr/>
              <p:nvPr/>
            </p:nvSpPr>
            <p:spPr>
              <a:xfrm rot="-5400000">
                <a:off x="7317206" y="3505455"/>
                <a:ext cx="1374825" cy="225274"/>
              </a:xfrm>
              <a:custGeom>
                <a:avLst/>
                <a:gdLst/>
                <a:ahLst/>
                <a:cxnLst/>
                <a:rect l="l" t="t" r="r" b="b"/>
                <a:pathLst>
                  <a:path w="31607" h="5179" extrusionOk="0">
                    <a:moveTo>
                      <a:pt x="0" y="1"/>
                    </a:moveTo>
                    <a:lnTo>
                      <a:pt x="0" y="243"/>
                    </a:lnTo>
                    <a:lnTo>
                      <a:pt x="13065" y="243"/>
                    </a:lnTo>
                    <a:lnTo>
                      <a:pt x="13065" y="5178"/>
                    </a:lnTo>
                    <a:lnTo>
                      <a:pt x="15917" y="5178"/>
                    </a:lnTo>
                    <a:lnTo>
                      <a:pt x="20382" y="714"/>
                    </a:lnTo>
                    <a:lnTo>
                      <a:pt x="30836" y="714"/>
                    </a:lnTo>
                    <a:cubicBezTo>
                      <a:pt x="30893" y="900"/>
                      <a:pt x="31022" y="1014"/>
                      <a:pt x="31193" y="1014"/>
                    </a:cubicBezTo>
                    <a:cubicBezTo>
                      <a:pt x="31435" y="1014"/>
                      <a:pt x="31607" y="828"/>
                      <a:pt x="31607" y="600"/>
                    </a:cubicBezTo>
                    <a:cubicBezTo>
                      <a:pt x="31607" y="415"/>
                      <a:pt x="31435" y="243"/>
                      <a:pt x="31193" y="243"/>
                    </a:cubicBezTo>
                    <a:cubicBezTo>
                      <a:pt x="31079" y="243"/>
                      <a:pt x="30893" y="358"/>
                      <a:pt x="30836" y="472"/>
                    </a:cubicBezTo>
                    <a:lnTo>
                      <a:pt x="20253" y="472"/>
                    </a:lnTo>
                    <a:lnTo>
                      <a:pt x="15803" y="4936"/>
                    </a:lnTo>
                    <a:lnTo>
                      <a:pt x="13307" y="4936"/>
                    </a:lnTo>
                    <a:lnTo>
                      <a:pt x="1330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3" name="Google Shape;1073;p51"/>
              <p:cNvSpPr/>
              <p:nvPr/>
            </p:nvSpPr>
            <p:spPr>
              <a:xfrm rot="-5400000">
                <a:off x="7374298" y="3624573"/>
                <a:ext cx="1144680" cy="217183"/>
              </a:xfrm>
              <a:custGeom>
                <a:avLst/>
                <a:gdLst/>
                <a:ahLst/>
                <a:cxnLst/>
                <a:rect l="l" t="t" r="r" b="b"/>
                <a:pathLst>
                  <a:path w="26316" h="4993" extrusionOk="0">
                    <a:moveTo>
                      <a:pt x="25901" y="0"/>
                    </a:moveTo>
                    <a:cubicBezTo>
                      <a:pt x="25730" y="0"/>
                      <a:pt x="25602" y="114"/>
                      <a:pt x="25545" y="228"/>
                    </a:cubicBezTo>
                    <a:lnTo>
                      <a:pt x="20253" y="228"/>
                    </a:lnTo>
                    <a:lnTo>
                      <a:pt x="15689" y="4750"/>
                    </a:lnTo>
                    <a:lnTo>
                      <a:pt x="14491" y="4750"/>
                    </a:lnTo>
                    <a:lnTo>
                      <a:pt x="14491" y="171"/>
                    </a:lnTo>
                    <a:lnTo>
                      <a:pt x="0" y="171"/>
                    </a:lnTo>
                    <a:lnTo>
                      <a:pt x="0" y="414"/>
                    </a:lnTo>
                    <a:lnTo>
                      <a:pt x="14263" y="414"/>
                    </a:lnTo>
                    <a:lnTo>
                      <a:pt x="14263" y="4992"/>
                    </a:lnTo>
                    <a:lnTo>
                      <a:pt x="15803" y="4992"/>
                    </a:lnTo>
                    <a:lnTo>
                      <a:pt x="20325" y="471"/>
                    </a:lnTo>
                    <a:lnTo>
                      <a:pt x="25545" y="471"/>
                    </a:lnTo>
                    <a:cubicBezTo>
                      <a:pt x="25602" y="642"/>
                      <a:pt x="25787" y="713"/>
                      <a:pt x="25901" y="713"/>
                    </a:cubicBezTo>
                    <a:cubicBezTo>
                      <a:pt x="26144" y="713"/>
                      <a:pt x="26315" y="585"/>
                      <a:pt x="26315" y="357"/>
                    </a:cubicBezTo>
                    <a:cubicBezTo>
                      <a:pt x="26315" y="171"/>
                      <a:pt x="26144" y="0"/>
                      <a:pt x="25901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74" name="Google Shape;1074;p51"/>
              <p:cNvSpPr/>
              <p:nvPr/>
            </p:nvSpPr>
            <p:spPr>
              <a:xfrm rot="-5400000">
                <a:off x="7256398" y="3576791"/>
                <a:ext cx="1253250" cy="204177"/>
              </a:xfrm>
              <a:custGeom>
                <a:avLst/>
                <a:gdLst/>
                <a:ahLst/>
                <a:cxnLst/>
                <a:rect l="l" t="t" r="r" b="b"/>
                <a:pathLst>
                  <a:path w="28812" h="4694" extrusionOk="0">
                    <a:moveTo>
                      <a:pt x="28397" y="1"/>
                    </a:moveTo>
                    <a:cubicBezTo>
                      <a:pt x="28283" y="1"/>
                      <a:pt x="28098" y="115"/>
                      <a:pt x="28041" y="243"/>
                    </a:cubicBezTo>
                    <a:lnTo>
                      <a:pt x="19540" y="243"/>
                    </a:lnTo>
                    <a:lnTo>
                      <a:pt x="15618" y="4166"/>
                    </a:lnTo>
                    <a:lnTo>
                      <a:pt x="15618" y="172"/>
                    </a:lnTo>
                    <a:lnTo>
                      <a:pt x="0" y="172"/>
                    </a:lnTo>
                    <a:lnTo>
                      <a:pt x="0" y="415"/>
                    </a:lnTo>
                    <a:lnTo>
                      <a:pt x="15390" y="415"/>
                    </a:lnTo>
                    <a:lnTo>
                      <a:pt x="15390" y="4693"/>
                    </a:lnTo>
                    <a:lnTo>
                      <a:pt x="19669" y="472"/>
                    </a:lnTo>
                    <a:lnTo>
                      <a:pt x="28041" y="472"/>
                    </a:lnTo>
                    <a:cubicBezTo>
                      <a:pt x="28098" y="657"/>
                      <a:pt x="28226" y="771"/>
                      <a:pt x="28397" y="771"/>
                    </a:cubicBezTo>
                    <a:cubicBezTo>
                      <a:pt x="28640" y="771"/>
                      <a:pt x="28811" y="600"/>
                      <a:pt x="28811" y="357"/>
                    </a:cubicBezTo>
                    <a:cubicBezTo>
                      <a:pt x="28811" y="172"/>
                      <a:pt x="28640" y="1"/>
                      <a:pt x="28397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18900044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Java Programming Workshop by Slidesgo">
  <a:themeElements>
    <a:clrScheme name="Simple Light">
      <a:dk1>
        <a:srgbClr val="FAFAFA"/>
      </a:dk1>
      <a:lt1>
        <a:srgbClr val="0E0E0E"/>
      </a:lt1>
      <a:dk2>
        <a:srgbClr val="2E2E2E"/>
      </a:dk2>
      <a:lt2>
        <a:srgbClr val="0F0F0F"/>
      </a:lt2>
      <a:accent1>
        <a:srgbClr val="00C3DA"/>
      </a:accent1>
      <a:accent2>
        <a:srgbClr val="0B8EDA"/>
      </a:accent2>
      <a:accent3>
        <a:srgbClr val="7800DA"/>
      </a:accent3>
      <a:accent4>
        <a:srgbClr val="DA0078"/>
      </a:accent4>
      <a:accent5>
        <a:srgbClr val="FFFFFF"/>
      </a:accent5>
      <a:accent6>
        <a:srgbClr val="FFFFFF"/>
      </a:accent6>
      <a:hlink>
        <a:srgbClr val="FAFAF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3029</Words>
  <Application>WPS Presentation</Application>
  <PresentationFormat>On-screen Show (16:9)</PresentationFormat>
  <Paragraphs>162</Paragraphs>
  <Slides>15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Arial</vt:lpstr>
      <vt:lpstr>Anton</vt:lpstr>
      <vt:lpstr>DM Sans</vt:lpstr>
      <vt:lpstr>Segoe Print</vt:lpstr>
      <vt:lpstr>Catamaran</vt:lpstr>
      <vt:lpstr>Bebas Neue</vt:lpstr>
      <vt:lpstr>Nunito Light</vt:lpstr>
      <vt:lpstr>Arial Black</vt:lpstr>
      <vt:lpstr>Andalus</vt:lpstr>
      <vt:lpstr>Microsoft YaHei</vt:lpstr>
      <vt:lpstr>Arial Unicode MS</vt:lpstr>
      <vt:lpstr>Java Programming Workshop by Slidesgo</vt:lpstr>
      <vt:lpstr>LEARNING MANAGEMENT SYSTEM</vt:lpstr>
      <vt:lpstr>Developers </vt:lpstr>
      <vt:lpstr>Introduction</vt:lpstr>
      <vt:lpstr>C++ and OOP concepts used in this code</vt:lpstr>
      <vt:lpstr>03</vt:lpstr>
      <vt:lpstr>01. New account </vt:lpstr>
      <vt:lpstr>02. Student Portal  </vt:lpstr>
      <vt:lpstr>03. Admin Portal (Teacher)   </vt:lpstr>
      <vt:lpstr>04. Password Recovery</vt:lpstr>
      <vt:lpstr>Class Structure </vt:lpstr>
      <vt:lpstr>LMS (PARENT)</vt:lpstr>
      <vt:lpstr>Admin Portal (Child)</vt:lpstr>
      <vt:lpstr>Student Portal (Child)</vt:lpstr>
      <vt:lpstr>Program Flow (main function) </vt:lpstr>
      <vt:lpstr>THANK YOU &lt;3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MANAGEMENT SYSTEM</dc:title>
  <dc:creator/>
  <cp:lastModifiedBy>Ahmad Maqsood</cp:lastModifiedBy>
  <cp:revision>20</cp:revision>
  <dcterms:created xsi:type="dcterms:W3CDTF">2025-12-08T10:22:00Z</dcterms:created>
  <dcterms:modified xsi:type="dcterms:W3CDTF">2025-12-08T15:23:40Z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BF7268D05A9B4EFAB47F08C71CF69918_12</vt:lpwstr>
  </property>
  <property fmtid="{D5CDD505-2E9C-101B-9397-08002B2CF9AE}" pid="3" name="KSOProductBuildVer">
    <vt:lpwstr>2057-12.2.0.23158</vt:lpwstr>
  </property>
</Properties>
</file>